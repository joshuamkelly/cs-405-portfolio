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46974"/>
  </p:normalViewPr>
  <p:slideViewPr>
    <p:cSldViewPr snapToGrid="0">
      <p:cViewPr varScale="1">
        <p:scale>
          <a:sx n="52" d="100"/>
          <a:sy n="52" d="100"/>
        </p:scale>
        <p:origin x="2056" y="19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02" d="100"/>
          <a:sy n="102" d="100"/>
        </p:scale>
        <p:origin x="1032"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My name is Joshua Kelly. In this presentation, I will describe the security policy of Green Pace and its applicability for software development and maintenance. I will focus on the threat ratings, coding standards, encryption, and access policies. Also, I will discuss the four container-bounds tests, how they can be done using automated tools, and areas in which the policy can be made more detailed. The goal is to lower security risks and verify the protections provided.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Green Pace needs specific security requirements because security problems of its software can lead to the leakage of private information, loss of data or service disruptions. The policy applies to all employees who develop, deploy or support Green Pace software.</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Defense in depth implies the usage of several layers of protection. For instance, parameterized queries protect the system from SQL injections. Permissions of database accounts limit what an account can access and logs help to trace suspicious activity. Green Pace uses logs of the operating system, firewall, and anti-malware applications. Secure coding and application testing also contribute to the protection. Every layer of security reduces the risk of damage caused by the failure of another layer.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The ratings of the following threats were taken from the Project One policy. Severity describes the potential damage the threat can cause. Likelihood describes how likely it is for the threat to occur. Remediation cost describes how complex it is to implement the needed fixes. Priority indicates how urgent the security policy declares the threat. Threat ratings range from one to five, where five is the highest.</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Numeric overflow, unsafe strings, SQL injection, invalid memory access, and container-bounds are all threats with level-five ratings. Missing transport encryption, authentication, and authorization also get level-five rating.</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Data conversions, pointers, initialization, storage encryption, processing protection, and accounting are level-four threats. Assertions are level-three, and exception handling is level-two. Lower threats also need to be fixed but higher threats should be addressed first. The next table groups standards with similar ratings.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Ten security principles give the justification of why Green Pace created certain coding standards. Input validation is related to several standards because the outside information can cause problems with numeric data, strings, SQL queries and containers' boundaries. Compiler warnings are used for finding the possible mistakes in the code.</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Simplification of the code simplifies the analysis of memory management, exception handling and initialization. Validation of data which is sent to other systems prevents unsafe strings and SQL injections. The principle of defense in depth is applied when implementing multiple protections. Quality assurance involves code reviews and tests.</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There are also gaps in the policy. Such principles as secure design, default deny, and least privilege relate to system requirements but there are no mappings for them in the list of coding standards. Green Pace needs to address this issue.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Green Pace coding standards make ten security principles applicable for developers.</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 first standard addresses appropriate selection of data types and conversion verification. The second standard checks limits before performing the calculations. The third standard concerns safe strings and length checks. The fourth standard requires the use of prepared statements and bound parameters.</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 fifth standard concerns memory management and lifetime of objects. The sixth standard uses assertions for internal assumptions while leaving input validation enabled. The seventh standard requires exception handling by reference for the classes. The eighth standard checks validity and lifetime of objects through pointers. The ninth standard requires initial values assignment before reading them. The tenth standard checks the indices of containers before accessing them.</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Green Pace should address level-five threats first, then level-four, then level-three, and finally level-two threats. Fixing cost affects the planning of actions but high complexity does not affect the severity of a threat.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Encryption policy of Green Pace involves data at rest, data in flight and data in use.</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Data at rest is any information that is saved in files, databases and backups. Confidential data requires approved encryption while encryption keys should be handled separately.</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Data in flight is information that is transferred between users, applications, and servers. Any sensitive information requires encrypted transmission, for instance, TLS protocol and confirmation of identities of communicating parties.</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Data in use is information that is currently being processed. Depending on the threat, the policy requires confidential computing environment with hardware encryption and trusted execution environment. In case it is possible, Green Pace should verify the environment before giving data or encryption keys to the application.</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Also, unencrypted copies in logs, temporary files, and crash dumps should be limited. Those steps decrease exposure but do not provide encryption of information in use. Missing transport encryption is a level-five threat, while the other two types are level-four threats.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Triple-A refers to authentication, authorization, and accounting.</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Authentication identifies the user or service. Green Pace requires the usage of unique and strong passwords, while in case of threat, multifactor authentication should be implemented.</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Authorization defines what an authenticated account is allowed to do. Accounts should have minimum privileges and the access should be granted only when explicitly needed.</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Accounting keeps a record of all actions. The logs should contain who did something and when he or she did it. These events include logins, account creations, permission modifications, database modifications, and accesses to the sensitive files. Also, the logs should be protected from modification.</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Authentication and authorization are both level-five threats. Accounting is a level-four threat since it makes the investigation of problems harder in case of missing or inaccurate logs. AD groups and LDAP/LDAPS can help with consistent access management for development 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This positive test, </a:t>
            </a:r>
            <a:r>
              <a:rPr dirty="0" err="1"/>
              <a:t>PopBackRemovesLastElementAndPreservesEarlierElements</a:t>
            </a:r>
            <a:r>
              <a:rPr dirty="0"/>
              <a:t>, checks whether removing the last element preserves the earlier elements. It supports coding standard ten, which concerns container bounds. The test starts with ten, twenty, and thirty, removes thirty, and confirms that two elements remain. It then verifies that at(0) returns ten and at(1) returns twenty. The Google Test screenshot shows that the test passed. Additional testing could cover a vector with one element and the application's access-checking 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The second positive test verifies that resizing a vector larger correctly changes its size. The test begins with five elements, resizes the vector to ten elements, and confirms that the new size is ten. Google Test reports the test as passed, showing that the resize operation behaved as expected. This test does not prove every aspect of safe access after resizing, so additional testing could verify preserved values, newly created elements, and behavior when reallocation occurs.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This negative test, </a:t>
            </a:r>
            <a:r>
              <a:rPr dirty="0" err="1"/>
              <a:t>AtThrowsWhenIndexEqualsSize</a:t>
            </a:r>
            <a:r>
              <a:rPr dirty="0"/>
              <a:t>, checks an index equal to the vector's size. With five elements, only indices zero through four are valid. The test calls at() with an index of five and expects std::</a:t>
            </a:r>
            <a:r>
              <a:rPr dirty="0" err="1"/>
              <a:t>out_of_range</a:t>
            </a:r>
            <a:r>
              <a:rPr dirty="0"/>
              <a:t>. The Google Test screenshot shows that the test passed, confirming that the expected exception was thrown. This test does not verify how the application handles that exception. Additional testing could cover an empty vector, a much larger index, and application error handling.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This negative test, </a:t>
            </a:r>
            <a:r>
              <a:rPr dirty="0" err="1"/>
              <a:t>AtThrowsForIndexInvalidatedByResize</a:t>
            </a:r>
            <a:r>
              <a:rPr dirty="0"/>
              <a:t>, checks an index that becomes invalid after shrinking the vector. The test starts with five elements and confirms that at(4) succeeds. After resize(2), only indices zero and one remain valid, so the test expects at(4) to throw std::</a:t>
            </a:r>
            <a:r>
              <a:rPr dirty="0" err="1"/>
              <a:t>out_of_range</a:t>
            </a:r>
            <a:r>
              <a:rPr dirty="0"/>
              <a:t>. The Google Test screenshot shows that the test passed. Index validity must be checked against the current vector size. Additional testing could resize the vector to zero and verify application error handling.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Security checks should be done at all stages of development and after release of the software. During planning, Green Pace should define the security threats and requirements. Then developers should incorporate them into the design and run automated checks during building and testing.</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High-priority security threats should block the release until they are fixed or accepted in an approved exception. Signatures and integrity checks help protect the release process. After the deployment of the software, monitoring and incident response help find problems and develop improvements for the next release.</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 access to those tools should be protected too. The use of AD groups and LDAP/LDAPS helps with consistent access management. The automated checks are especially helpful when someone reviews their results, is responsible for the found problems and implements the needed fixes.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The Project One defines the following automated tools and checks: </a:t>
            </a:r>
            <a:r>
              <a:rPr dirty="0" err="1"/>
              <a:t>Parasoft</a:t>
            </a:r>
            <a:r>
              <a:rPr dirty="0"/>
              <a:t> C/C++test version 2026.1 and checks for the coding standards: conversions, numeric overflow, unsafe strings, released memory, assertions, exception handling, null pointers, uninitialized values, and container bounds.</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Also, the policy lists the Amazon Q SQL-injection detector. These are the tools defined in the policy. Listing of those tools does not imply that all of the scans were performed.</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 tools are designed for different goals. The compiler warnings and static analysis help detect problems in the code. Google Test checks particular behavior during the test execution. Composition analysis checks the dependencies, and integration and fuzz testing check the application's behavior.</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Signatures and integrity checks protect the release process while the monitoring helps to detect problems after deployment. However, all those tools require the assistance of code reviews and runtime tests because every tool has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The compliance with the policy can reduce serious security risks and help developers detect problems before release of the software. </a:t>
            </a:r>
            <a:r>
              <a:rPr lang="en-US" dirty="0"/>
              <a:t>Also</a:t>
            </a:r>
            <a:r>
              <a:rPr dirty="0"/>
              <a:t>, it helps with creating the documentation that can be useful for investigation.</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There are costs of compliance with the policy. The developers need time to fix the problems in the code, configure the tools, get the needed training, and perform the tests. Waiting might </a:t>
            </a:r>
            <a:r>
              <a:rPr lang="en-US" dirty="0"/>
              <a:t>seemingly </a:t>
            </a:r>
            <a:r>
              <a:rPr dirty="0"/>
              <a:t>sav</a:t>
            </a:r>
            <a:r>
              <a:rPr lang="en-US" dirty="0"/>
              <a:t>e </a:t>
            </a:r>
            <a:r>
              <a:rPr dirty="0"/>
              <a:t>time initially but it leads to the presence of known vulnerabilities and complications in fixing them after deployment.</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 protections also have their limitations. Scanners might miss the security problems or report them incorrectly. The build tools might be compromised and several tests cannot prove the full security of the application. Confidential computing requires additional setup and might have compatibility issues.</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Green Pace needs multiple types of testing, proper protection of development tools, and the documentation of all exceptions. Every exception needs risk analysis, measures to mitigate the threat, compliance plan and deadline, as well as CIO and CISO approvals or their authorized agents.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Firstly, I recommend to address level-five threats and improve container-bounds test coverage. Green Pace also needs to assign owner for every protection, define deadlines for addressing it based on priority, and provide expiration dates for approved exceptions.</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In addition, the encryption requirements need more specifics concerning the approved settings and rotation/recovery process of the keys. Also, the accounting policy needs more details about the retention period of logs and their review frequency.</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 secure design, default deny, and least privilege principles need to be supported by coding standards. The testing should be done for boundary values, object and iterator lifetime, error handling and actual functionality of the application.</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These are recommendations for improving the policy. Green Pace needs to track them via risk management reports and annual policy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Green Pace needs to comply with all ten coding standards and address the level-five threats first. The checking of container indices, parameterized SQL statements, and management of object lifetime can prevent common security threats in code. Encryption and Triple-A protect the data and access to it.</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Unit tests show the behavior of particular operations. Automated checks and saved results help in continuous verifications of the mentioned protections.</a:t>
            </a:r>
          </a:p>
          <a:p>
            <a:pPr marL="0" lvl="0" indent="0" algn="l">
              <a:lnSpc>
                <a:spcPct val="100000"/>
              </a:lnSpc>
              <a:spcBef>
                <a:spcPts val="0"/>
              </a:spcBef>
              <a:spcAft>
                <a:spcPts val="0"/>
              </a:spcAft>
              <a:buSzPts val="1100"/>
              <a:buNone/>
            </a:pPr>
            <a:endParaRPr dirty="0"/>
          </a:p>
          <a:p>
            <a:pPr marL="0" lvl="0" indent="0" algn="l">
              <a:lnSpc>
                <a:spcPct val="100000"/>
              </a:lnSpc>
              <a:spcBef>
                <a:spcPts val="0"/>
              </a:spcBef>
              <a:spcAft>
                <a:spcPts val="0"/>
              </a:spcAft>
              <a:buSzPts val="1100"/>
              <a:buNone/>
            </a:pPr>
            <a:r>
              <a:rPr dirty="0"/>
              <a:t>Security also requires the regular follow-up. Monthly risk management reports and annual policy review of Green Pace will help with this purpose.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rPr dirty="0"/>
              <a:t>The main references for this presentation are the SEI secure-coding material</a:t>
            </a:r>
            <a:r>
              <a:rPr lang="en-US" dirty="0"/>
              <a:t>,</a:t>
            </a:r>
            <a:r>
              <a:rPr dirty="0"/>
              <a:t> provid</a:t>
            </a:r>
            <a:r>
              <a:rPr lang="en-US" dirty="0"/>
              <a:t>ing</a:t>
            </a:r>
            <a:r>
              <a:rPr dirty="0"/>
              <a:t> context for the coding standards. Google's assertion reference explains the Google Test checks, and AWS provides the description of the SQL-injection detector which is included in the policy</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pic>
        <p:nvPicPr>
          <p:cNvPr id="13" name="Google Shape;13;p16">
            <a:extLst>
              <a:ext uri="{FF2B5EF4-FFF2-40B4-BE49-F238E27FC236}">
                <a16:creationId xmlns:a16="http://schemas.microsoft.com/office/drawing/2014/main" id="{89598E16-8106-41F0-8117-A0F4BBC4AD14}"/>
              </a:ext>
            </a:extLst>
          </p:cNvPr>
          <p:cNvPicPr>
            <a:picLocks noChangeAspect="1"/>
          </p:cNvPicPr>
          <p:nvPr/>
        </p:nvPicPr>
        <p:blipFill rotWithShape="1">
          <a:blip r:embed="rId2">
            <a:alphaModFix/>
          </a:blip>
          <a:srcRect/>
          <a:stretch/>
        </p:blipFill>
        <p:spPr>
          <a:xfrm>
            <a:off x="0" y="4375150"/>
            <a:ext cx="12192000" cy="2482850"/>
          </a:xfrm>
          <a:prstGeom prst="rect">
            <a:avLst/>
          </a:prstGeom>
          <a:ln>
            <a:noFill/>
          </a:ln>
        </p:spPr>
      </p:pic>
      <p:sp>
        <p:nvSpPr>
          <p:cNvPr id="14" name="Google Shape;14;p16">
            <a:extLst>
              <a:ext uri="{FF2B5EF4-FFF2-40B4-BE49-F238E27FC236}">
                <a16:creationId xmlns:a16="http://schemas.microsoft.com/office/drawing/2014/main" id="{1A84D132-E1FE-4CEB-AEA3-97CBDCD75082}"/>
              </a:ext>
            </a:extLst>
          </p:cNvPr>
          <p:cNvSpPr>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6000"/>
              <a:buFont typeface="Century Gothic"/>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5" name="Google Shape;15;p16">
            <a:extLst>
              <a:ext uri="{FF2B5EF4-FFF2-40B4-BE49-F238E27FC236}">
                <a16:creationId xmlns:a16="http://schemas.microsoft.com/office/drawing/2014/main" id="{35DFE304-0F2B-4A7E-A9A5-8F78263961EB}"/>
              </a:ext>
            </a:extLst>
          </p:cNvPr>
          <p:cNvSpPr>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ormAutofit/>
          </a:bodyPr>
          <a:lstStyle>
            <a:lvl1pPr algn="l">
              <a:lnSpc>
                <a:spcPct val="90000"/>
              </a:lnSpc>
              <a:spcBef>
                <a:spcPts val="1000"/>
              </a:spcBef>
              <a:spcAft>
                <a:spcPts val="0"/>
              </a:spcAft>
              <a:buClr>
                <a:schemeClr val="lt1"/>
              </a:buClr>
              <a:buSzPts val="2000"/>
              <a:buNone/>
              <a:defRPr sz="2000"/>
            </a:lvl1pPr>
            <a:lvl2pPr algn="ctr">
              <a:lnSpc>
                <a:spcPct val="90000"/>
              </a:lnSpc>
              <a:spcBef>
                <a:spcPts val="500"/>
              </a:spcBef>
              <a:spcAft>
                <a:spcPts val="0"/>
              </a:spcAft>
              <a:buClr>
                <a:schemeClr val="lt1"/>
              </a:buClr>
              <a:buSzPts val="2000"/>
              <a:buNone/>
              <a:defRPr sz="2000"/>
            </a:lvl2pPr>
            <a:lvl3pPr algn="ctr">
              <a:lnSpc>
                <a:spcPct val="90000"/>
              </a:lnSpc>
              <a:spcBef>
                <a:spcPts val="500"/>
              </a:spcBef>
              <a:spcAft>
                <a:spcPts val="0"/>
              </a:spcAft>
              <a:buClr>
                <a:schemeClr val="lt1"/>
              </a:buClr>
              <a:buSzPts val="1800"/>
              <a:buNone/>
              <a:defRPr sz="1800"/>
            </a:lvl3pPr>
            <a:lvl4pPr algn="ctr">
              <a:lnSpc>
                <a:spcPct val="90000"/>
              </a:lnSpc>
              <a:spcBef>
                <a:spcPts val="500"/>
              </a:spcBef>
              <a:spcAft>
                <a:spcPts val="0"/>
              </a:spcAft>
              <a:buClr>
                <a:schemeClr val="lt1"/>
              </a:buClr>
              <a:buSzPts val="1600"/>
              <a:buNone/>
              <a:defRPr sz="1600"/>
            </a:lvl4pPr>
            <a:lvl5pPr algn="ctr">
              <a:lnSpc>
                <a:spcPct val="90000"/>
              </a:lnSpc>
              <a:spcBef>
                <a:spcPts val="500"/>
              </a:spcBef>
              <a:spcAft>
                <a:spcPts val="0"/>
              </a:spcAft>
              <a:buClr>
                <a:schemeClr val="lt1"/>
              </a:buClr>
              <a:buSzPts val="1600"/>
              <a:buNone/>
              <a:defRPr sz="1600"/>
            </a:lvl5pPr>
            <a:lvl6pPr algn="ctr">
              <a:lnSpc>
                <a:spcPct val="90000"/>
              </a:lnSpc>
              <a:spcBef>
                <a:spcPts val="500"/>
              </a:spcBef>
              <a:spcAft>
                <a:spcPts val="0"/>
              </a:spcAft>
              <a:buClr>
                <a:schemeClr val="lt1"/>
              </a:buClr>
              <a:buSzPts val="1600"/>
              <a:buNone/>
              <a:defRPr sz="1600"/>
            </a:lvl6pPr>
            <a:lvl7pPr algn="ctr">
              <a:lnSpc>
                <a:spcPct val="90000"/>
              </a:lnSpc>
              <a:spcBef>
                <a:spcPts val="500"/>
              </a:spcBef>
              <a:spcAft>
                <a:spcPts val="0"/>
              </a:spcAft>
              <a:buClr>
                <a:schemeClr val="lt1"/>
              </a:buClr>
              <a:buSzPts val="1600"/>
              <a:buNone/>
              <a:defRPr sz="1600"/>
            </a:lvl7pPr>
            <a:lvl8pPr algn="ctr">
              <a:lnSpc>
                <a:spcPct val="90000"/>
              </a:lnSpc>
              <a:spcBef>
                <a:spcPts val="500"/>
              </a:spcBef>
              <a:spcAft>
                <a:spcPts val="0"/>
              </a:spcAft>
              <a:buClr>
                <a:schemeClr val="lt1"/>
              </a:buClr>
              <a:buSzPts val="1600"/>
              <a:buNone/>
              <a:defRPr sz="1600"/>
            </a:lvl8pPr>
            <a:lvl9pPr algn="ctr">
              <a:lnSpc>
                <a:spcPct val="90000"/>
              </a:lnSpc>
              <a:spcBef>
                <a:spcPts val="500"/>
              </a:spcBef>
              <a:spcAft>
                <a:spcPts val="0"/>
              </a:spcAft>
              <a:buClr>
                <a:schemeClr val="lt1"/>
              </a:buClr>
              <a:buSzPts val="1600"/>
              <a:buNone/>
              <a:defRPr sz="1600"/>
            </a:lvl9pPr>
          </a:lstStyle>
          <a:p>
            <a:endParaRPr/>
          </a:p>
        </p:txBody>
      </p:sp>
      <p:sp>
        <p:nvSpPr>
          <p:cNvPr id="16" name="Google Shape;16;p16">
            <a:extLst>
              <a:ext uri="{FF2B5EF4-FFF2-40B4-BE49-F238E27FC236}">
                <a16:creationId xmlns:a16="http://schemas.microsoft.com/office/drawing/2014/main" id="{7A2508F1-6F8D-41DD-9B74-2811C8C4BF08}"/>
              </a:ext>
            </a:extLst>
          </p:cNvPr>
          <p:cNvSpPr>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7" name="Google Shape;17;p16">
            <a:extLst>
              <a:ext uri="{FF2B5EF4-FFF2-40B4-BE49-F238E27FC236}">
                <a16:creationId xmlns:a16="http://schemas.microsoft.com/office/drawing/2014/main" id="{AAA6B40A-6EF2-4274-A037-ECB5E95C6C18}"/>
              </a:ext>
            </a:extLst>
          </p:cNvPr>
          <p:cNvSpPr>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8" name="Google Shape;18;p16">
            <a:extLst>
              <a:ext uri="{FF2B5EF4-FFF2-40B4-BE49-F238E27FC236}">
                <a16:creationId xmlns:a16="http://schemas.microsoft.com/office/drawing/2014/main" id="{4DF213CE-C45B-48A7-8E81-2BB817B7D9D6}"/>
              </a:ext>
            </a:extLst>
          </p:cNvPr>
          <p:cNvSpPr>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
        <p:cNvGrpSpPr/>
        <p:nvPr/>
      </p:nvGrpSpPr>
      <p:grpSpPr>
        <a:xfrm>
          <a:off x="0" y="0"/>
          <a:ext cx="0" cy="0"/>
          <a:chOff x="0" y="0"/>
          <a:chExt cx="0" cy="0"/>
        </a:xfrm>
      </p:grpSpPr>
      <p:sp>
        <p:nvSpPr>
          <p:cNvPr id="20" name="Google Shape;20;p17">
            <a:extLst>
              <a:ext uri="{FF2B5EF4-FFF2-40B4-BE49-F238E27FC236}">
                <a16:creationId xmlns:a16="http://schemas.microsoft.com/office/drawing/2014/main" id="{50C30736-E52F-473C-BB41-C0327D1CCAC0}"/>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1" name="Google Shape;21;p17">
            <a:extLst>
              <a:ext uri="{FF2B5EF4-FFF2-40B4-BE49-F238E27FC236}">
                <a16:creationId xmlns:a16="http://schemas.microsoft.com/office/drawing/2014/main" id="{8025CCAA-677C-4A78-9520-9A3E7D412E59}"/>
              </a:ext>
            </a:extLst>
          </p:cNvPr>
          <p:cNvSpPr>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a:endParaRPr/>
          </a:p>
        </p:txBody>
      </p:sp>
      <p:sp>
        <p:nvSpPr>
          <p:cNvPr id="22" name="Google Shape;22;p17">
            <a:extLst>
              <a:ext uri="{FF2B5EF4-FFF2-40B4-BE49-F238E27FC236}">
                <a16:creationId xmlns:a16="http://schemas.microsoft.com/office/drawing/2014/main" id="{E0E8CE0E-9F88-48AD-B5DB-C0C1E763C0F2}"/>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3" name="Google Shape;23;p17">
            <a:extLst>
              <a:ext uri="{FF2B5EF4-FFF2-40B4-BE49-F238E27FC236}">
                <a16:creationId xmlns:a16="http://schemas.microsoft.com/office/drawing/2014/main" id="{D49BF208-76C8-422B-80FF-1CDF39F82CC8}"/>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4" name="Google Shape;24;p17">
            <a:extLst>
              <a:ext uri="{FF2B5EF4-FFF2-40B4-BE49-F238E27FC236}">
                <a16:creationId xmlns:a16="http://schemas.microsoft.com/office/drawing/2014/main" id="{FEAF771C-1C07-4D7C-8C52-46151D063803}"/>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
        <p:cNvGrpSpPr/>
        <p:nvPr/>
      </p:nvGrpSpPr>
      <p:grpSpPr>
        <a:xfrm>
          <a:off x="0" y="0"/>
          <a:ext cx="0" cy="0"/>
          <a:chOff x="0" y="0"/>
          <a:chExt cx="0" cy="0"/>
        </a:xfrm>
      </p:grpSpPr>
      <p:pic>
        <p:nvPicPr>
          <p:cNvPr id="26" name="Google Shape;26;p18">
            <a:extLst>
              <a:ext uri="{FF2B5EF4-FFF2-40B4-BE49-F238E27FC236}">
                <a16:creationId xmlns:a16="http://schemas.microsoft.com/office/drawing/2014/main" id="{48471C7E-FFD7-4B2F-95F7-818E5EE80E13}"/>
              </a:ext>
            </a:extLst>
          </p:cNvPr>
          <p:cNvPicPr>
            <a:picLocks noChangeAspect="1"/>
          </p:cNvPicPr>
          <p:nvPr/>
        </p:nvPicPr>
        <p:blipFill rotWithShape="1">
          <a:blip r:embed="rId2">
            <a:alphaModFix/>
          </a:blip>
          <a:srcRect/>
          <a:stretch/>
        </p:blipFill>
        <p:spPr>
          <a:xfrm>
            <a:off x="0" y="4375150"/>
            <a:ext cx="12192000" cy="2482850"/>
          </a:xfrm>
          <a:prstGeom prst="rect">
            <a:avLst/>
          </a:prstGeom>
          <a:ln>
            <a:noFill/>
          </a:ln>
        </p:spPr>
      </p:pic>
      <p:sp>
        <p:nvSpPr>
          <p:cNvPr id="27" name="Google Shape;27;p18">
            <a:extLst>
              <a:ext uri="{FF2B5EF4-FFF2-40B4-BE49-F238E27FC236}">
                <a16:creationId xmlns:a16="http://schemas.microsoft.com/office/drawing/2014/main" id="{3BAE95C6-A043-4047-A5B6-7A6920E2E012}"/>
              </a:ext>
            </a:extLst>
          </p:cNvPr>
          <p:cNvSpPr>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ormAutofit/>
          </a:bodyPr>
          <a:lstStyle>
            <a:lvl1pPr algn="r">
              <a:lnSpc>
                <a:spcPct val="90000"/>
              </a:lnSpc>
              <a:spcBef>
                <a:spcPts val="0"/>
              </a:spcBef>
              <a:spcAft>
                <a:spcPts val="0"/>
              </a:spcAft>
              <a:buClr>
                <a:schemeClr val="lt1"/>
              </a:buClr>
              <a:buSzPts val="4000"/>
              <a:buFont typeface="Century Gothic"/>
              <a:buNone/>
              <a:defRPr sz="4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8" name="Google Shape;28;p18">
            <a:extLst>
              <a:ext uri="{FF2B5EF4-FFF2-40B4-BE49-F238E27FC236}">
                <a16:creationId xmlns:a16="http://schemas.microsoft.com/office/drawing/2014/main" id="{AE735DEC-E123-47AE-9052-7CD79D31EB59}"/>
              </a:ext>
            </a:extLst>
          </p:cNvPr>
          <p:cNvSpPr>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ormAutofit/>
          </a:bodyPr>
          <a:lstStyle>
            <a:lvl1pPr marL="457200" indent="-228600" algn="r">
              <a:lnSpc>
                <a:spcPct val="90000"/>
              </a:lnSpc>
              <a:spcBef>
                <a:spcPts val="1000"/>
              </a:spcBef>
              <a:spcAft>
                <a:spcPts val="0"/>
              </a:spcAft>
              <a:buClr>
                <a:schemeClr val="lt1"/>
              </a:buClr>
              <a:buSzPts val="2200"/>
              <a:buNone/>
              <a:defRPr sz="2200">
                <a:solidFill>
                  <a:schemeClr val="lt1"/>
                </a:solidFill>
              </a:defRPr>
            </a:lvl1pPr>
            <a:lvl2pPr marL="914400" indent="-228600" algn="l">
              <a:lnSpc>
                <a:spcPct val="90000"/>
              </a:lnSpc>
              <a:spcBef>
                <a:spcPts val="500"/>
              </a:spcBef>
              <a:spcAft>
                <a:spcPts val="0"/>
              </a:spcAft>
              <a:buClr>
                <a:schemeClr val="lt1"/>
              </a:buClr>
              <a:buSzPts val="2000"/>
              <a:buNone/>
              <a:defRPr sz="2000">
                <a:solidFill>
                  <a:schemeClr val="lt1"/>
                </a:solidFill>
              </a:defRPr>
            </a:lvl2pPr>
            <a:lvl3pPr marL="1371600" indent="-228600" algn="l">
              <a:lnSpc>
                <a:spcPct val="90000"/>
              </a:lnSpc>
              <a:spcBef>
                <a:spcPts val="500"/>
              </a:spcBef>
              <a:spcAft>
                <a:spcPts val="0"/>
              </a:spcAft>
              <a:buClr>
                <a:schemeClr val="lt1"/>
              </a:buClr>
              <a:buSzPts val="1800"/>
              <a:buNone/>
              <a:defRPr sz="1800">
                <a:solidFill>
                  <a:schemeClr val="lt1"/>
                </a:solidFill>
              </a:defRPr>
            </a:lvl3pPr>
            <a:lvl4pPr marL="1828800" indent="-228600" algn="l">
              <a:lnSpc>
                <a:spcPct val="90000"/>
              </a:lnSpc>
              <a:spcBef>
                <a:spcPts val="500"/>
              </a:spcBef>
              <a:spcAft>
                <a:spcPts val="0"/>
              </a:spcAft>
              <a:buClr>
                <a:schemeClr val="lt1"/>
              </a:buClr>
              <a:buSzPts val="1600"/>
              <a:buNone/>
              <a:defRPr sz="1600">
                <a:solidFill>
                  <a:schemeClr val="lt1"/>
                </a:solidFill>
              </a:defRPr>
            </a:lvl4pPr>
            <a:lvl5pPr marL="2286000" indent="-228600" algn="l">
              <a:lnSpc>
                <a:spcPct val="90000"/>
              </a:lnSpc>
              <a:spcBef>
                <a:spcPts val="500"/>
              </a:spcBef>
              <a:spcAft>
                <a:spcPts val="0"/>
              </a:spcAft>
              <a:buClr>
                <a:schemeClr val="lt1"/>
              </a:buClr>
              <a:buSzPts val="1600"/>
              <a:buNone/>
              <a:defRPr sz="1600">
                <a:solidFill>
                  <a:schemeClr val="lt1"/>
                </a:solidFill>
              </a:defRPr>
            </a:lvl5pPr>
            <a:lvl6pPr marL="2743200" indent="-228600" algn="l">
              <a:lnSpc>
                <a:spcPct val="90000"/>
              </a:lnSpc>
              <a:spcBef>
                <a:spcPts val="500"/>
              </a:spcBef>
              <a:spcAft>
                <a:spcPts val="0"/>
              </a:spcAft>
              <a:buClr>
                <a:schemeClr val="lt1"/>
              </a:buClr>
              <a:buSzPts val="1600"/>
              <a:buNone/>
              <a:defRPr sz="1600">
                <a:solidFill>
                  <a:schemeClr val="lt1"/>
                </a:solidFill>
              </a:defRPr>
            </a:lvl6pPr>
            <a:lvl7pPr marL="3200400" indent="-228600" algn="l">
              <a:lnSpc>
                <a:spcPct val="90000"/>
              </a:lnSpc>
              <a:spcBef>
                <a:spcPts val="500"/>
              </a:spcBef>
              <a:spcAft>
                <a:spcPts val="0"/>
              </a:spcAft>
              <a:buClr>
                <a:schemeClr val="lt1"/>
              </a:buClr>
              <a:buSzPts val="1600"/>
              <a:buNone/>
              <a:defRPr sz="1600">
                <a:solidFill>
                  <a:schemeClr val="lt1"/>
                </a:solidFill>
              </a:defRPr>
            </a:lvl7pPr>
            <a:lvl8pPr marL="3657600" indent="-228600" algn="l">
              <a:lnSpc>
                <a:spcPct val="90000"/>
              </a:lnSpc>
              <a:spcBef>
                <a:spcPts val="500"/>
              </a:spcBef>
              <a:spcAft>
                <a:spcPts val="0"/>
              </a:spcAft>
              <a:buClr>
                <a:schemeClr val="lt1"/>
              </a:buClr>
              <a:buSzPts val="1600"/>
              <a:buNone/>
              <a:defRPr sz="1600">
                <a:solidFill>
                  <a:schemeClr val="lt1"/>
                </a:solidFill>
              </a:defRPr>
            </a:lvl8pPr>
            <a:lvl9pPr marL="4114800"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a:extLst>
              <a:ext uri="{FF2B5EF4-FFF2-40B4-BE49-F238E27FC236}">
                <a16:creationId xmlns:a16="http://schemas.microsoft.com/office/drawing/2014/main" id="{17EC7B77-690C-43B7-B9AD-474F4F03337D}"/>
              </a:ext>
            </a:extLst>
          </p:cNvPr>
          <p:cNvSpPr>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0" name="Google Shape;30;p18">
            <a:extLst>
              <a:ext uri="{FF2B5EF4-FFF2-40B4-BE49-F238E27FC236}">
                <a16:creationId xmlns:a16="http://schemas.microsoft.com/office/drawing/2014/main" id="{F0CD69E4-175F-4444-8531-2980E38C0CFF}"/>
              </a:ext>
            </a:extLst>
          </p:cNvPr>
          <p:cNvSpPr>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1" name="Google Shape;31;p18">
            <a:extLst>
              <a:ext uri="{FF2B5EF4-FFF2-40B4-BE49-F238E27FC236}">
                <a16:creationId xmlns:a16="http://schemas.microsoft.com/office/drawing/2014/main" id="{EED25F8B-59D0-42B8-88E9-3023CA38E50A}"/>
              </a:ext>
            </a:extLst>
          </p:cNvPr>
          <p:cNvSpPr>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33" name="Google Shape;33;p19">
            <a:extLst>
              <a:ext uri="{FF2B5EF4-FFF2-40B4-BE49-F238E27FC236}">
                <a16:creationId xmlns:a16="http://schemas.microsoft.com/office/drawing/2014/main" id="{52328639-6CCA-4E06-A4C2-D3E070AEA1F2}"/>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4" name="Google Shape;34;p19">
            <a:extLst>
              <a:ext uri="{FF2B5EF4-FFF2-40B4-BE49-F238E27FC236}">
                <a16:creationId xmlns:a16="http://schemas.microsoft.com/office/drawing/2014/main" id="{46741118-8FAC-4070-A46F-1955A327A6D7}"/>
              </a:ext>
            </a:extLst>
          </p:cNvPr>
          <p:cNvSpPr>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a:endParaRPr/>
          </a:p>
        </p:txBody>
      </p:sp>
      <p:sp>
        <p:nvSpPr>
          <p:cNvPr id="35" name="Google Shape;35;p19">
            <a:extLst>
              <a:ext uri="{FF2B5EF4-FFF2-40B4-BE49-F238E27FC236}">
                <a16:creationId xmlns:a16="http://schemas.microsoft.com/office/drawing/2014/main" id="{D8FB8591-A70E-44B8-8326-2A6ACD12D53E}"/>
              </a:ext>
            </a:extLst>
          </p:cNvPr>
          <p:cNvSpPr>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a:endParaRPr/>
          </a:p>
        </p:txBody>
      </p:sp>
      <p:sp>
        <p:nvSpPr>
          <p:cNvPr id="36" name="Google Shape;36;p19">
            <a:extLst>
              <a:ext uri="{FF2B5EF4-FFF2-40B4-BE49-F238E27FC236}">
                <a16:creationId xmlns:a16="http://schemas.microsoft.com/office/drawing/2014/main" id="{505045AA-0077-45FA-83BB-D5B927012C4F}"/>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7" name="Google Shape;37;p19">
            <a:extLst>
              <a:ext uri="{FF2B5EF4-FFF2-40B4-BE49-F238E27FC236}">
                <a16:creationId xmlns:a16="http://schemas.microsoft.com/office/drawing/2014/main" id="{4F24C0E3-F877-407A-91F0-3FEE63E4F50D}"/>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8" name="Google Shape;38;p19">
            <a:extLst>
              <a:ext uri="{FF2B5EF4-FFF2-40B4-BE49-F238E27FC236}">
                <a16:creationId xmlns:a16="http://schemas.microsoft.com/office/drawing/2014/main" id="{16FDF300-A512-41BA-8914-66E1E388AB49}"/>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
        <p:cNvGrpSpPr/>
        <p:nvPr/>
      </p:nvGrpSpPr>
      <p:grpSpPr>
        <a:xfrm>
          <a:off x="0" y="0"/>
          <a:ext cx="0" cy="0"/>
          <a:chOff x="0" y="0"/>
          <a:chExt cx="0" cy="0"/>
        </a:xfrm>
      </p:grpSpPr>
      <p:sp>
        <p:nvSpPr>
          <p:cNvPr id="40" name="Google Shape;40;p20">
            <a:extLst>
              <a:ext uri="{FF2B5EF4-FFF2-40B4-BE49-F238E27FC236}">
                <a16:creationId xmlns:a16="http://schemas.microsoft.com/office/drawing/2014/main" id="{5B780A0C-FBF2-4004-92F9-251C492972D0}"/>
              </a:ext>
            </a:extLst>
          </p:cNvPr>
          <p:cNvSpPr>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ormAutofit/>
          </a:bodyPr>
          <a:lstStyle>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1" name="Google Shape;41;p20">
            <a:extLst>
              <a:ext uri="{FF2B5EF4-FFF2-40B4-BE49-F238E27FC236}">
                <a16:creationId xmlns:a16="http://schemas.microsoft.com/office/drawing/2014/main" id="{756AAF8C-389E-414D-9396-19104426696C}"/>
              </a:ext>
            </a:extLst>
          </p:cNvPr>
          <p:cNvSpPr>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lt1"/>
              </a:buClr>
              <a:buSzPts val="2800"/>
              <a:buNone/>
              <a:defRPr sz="28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a:extLst>
              <a:ext uri="{FF2B5EF4-FFF2-40B4-BE49-F238E27FC236}">
                <a16:creationId xmlns:a16="http://schemas.microsoft.com/office/drawing/2014/main" id="{A1B2878F-8A09-4161-BF92-8FE74F2A4B10}"/>
              </a:ext>
            </a:extLst>
          </p:cNvPr>
          <p:cNvSpPr>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a:endParaRPr/>
          </a:p>
        </p:txBody>
      </p:sp>
      <p:sp>
        <p:nvSpPr>
          <p:cNvPr id="43" name="Google Shape;43;p20">
            <a:extLst>
              <a:ext uri="{FF2B5EF4-FFF2-40B4-BE49-F238E27FC236}">
                <a16:creationId xmlns:a16="http://schemas.microsoft.com/office/drawing/2014/main" id="{0BFC9503-8722-492A-A2CF-C2AE28CE0A84}"/>
              </a:ext>
            </a:extLst>
          </p:cNvPr>
          <p:cNvSpPr>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lt1"/>
              </a:buClr>
              <a:buSzPts val="2800"/>
              <a:buNone/>
              <a:defRPr sz="28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a:extLst>
              <a:ext uri="{FF2B5EF4-FFF2-40B4-BE49-F238E27FC236}">
                <a16:creationId xmlns:a16="http://schemas.microsoft.com/office/drawing/2014/main" id="{C1CDD130-B464-4FB5-90C6-6BD789CA6920}"/>
              </a:ext>
            </a:extLst>
          </p:cNvPr>
          <p:cNvSpPr>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a:endParaRPr/>
          </a:p>
        </p:txBody>
      </p:sp>
      <p:sp>
        <p:nvSpPr>
          <p:cNvPr id="45" name="Google Shape;45;p20">
            <a:extLst>
              <a:ext uri="{FF2B5EF4-FFF2-40B4-BE49-F238E27FC236}">
                <a16:creationId xmlns:a16="http://schemas.microsoft.com/office/drawing/2014/main" id="{62864923-034B-41F9-B4BB-30DD4E18C953}"/>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6" name="Google Shape;46;p20">
            <a:extLst>
              <a:ext uri="{FF2B5EF4-FFF2-40B4-BE49-F238E27FC236}">
                <a16:creationId xmlns:a16="http://schemas.microsoft.com/office/drawing/2014/main" id="{EEDE766B-A298-43E1-8E9F-B05A22D01F8B}"/>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7" name="Google Shape;47;p20">
            <a:extLst>
              <a:ext uri="{FF2B5EF4-FFF2-40B4-BE49-F238E27FC236}">
                <a16:creationId xmlns:a16="http://schemas.microsoft.com/office/drawing/2014/main" id="{416BC540-6979-438F-98BB-E3AFA455660E}"/>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49" name="Google Shape;49;p21">
            <a:extLst>
              <a:ext uri="{FF2B5EF4-FFF2-40B4-BE49-F238E27FC236}">
                <a16:creationId xmlns:a16="http://schemas.microsoft.com/office/drawing/2014/main" id="{17EBEC96-4322-43CC-8415-D694EA633758}"/>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0" name="Google Shape;50;p21">
            <a:extLst>
              <a:ext uri="{FF2B5EF4-FFF2-40B4-BE49-F238E27FC236}">
                <a16:creationId xmlns:a16="http://schemas.microsoft.com/office/drawing/2014/main" id="{B2229CB3-BA30-4433-82C8-8FF3FAB32A84}"/>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1" name="Google Shape;51;p21">
            <a:extLst>
              <a:ext uri="{FF2B5EF4-FFF2-40B4-BE49-F238E27FC236}">
                <a16:creationId xmlns:a16="http://schemas.microsoft.com/office/drawing/2014/main" id="{3BBDC4CD-9886-4F44-9A50-3352D337A762}"/>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2" name="Google Shape;52;p21">
            <a:extLst>
              <a:ext uri="{FF2B5EF4-FFF2-40B4-BE49-F238E27FC236}">
                <a16:creationId xmlns:a16="http://schemas.microsoft.com/office/drawing/2014/main" id="{68A799EC-E6E9-410D-8A78-5DD715C22C01}"/>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54" name="Google Shape;54;p22">
            <a:extLst>
              <a:ext uri="{FF2B5EF4-FFF2-40B4-BE49-F238E27FC236}">
                <a16:creationId xmlns:a16="http://schemas.microsoft.com/office/drawing/2014/main" id="{B9668E0C-05DA-4CF5-AE5B-ECB90EACAA05}"/>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5" name="Google Shape;55;p22">
            <a:extLst>
              <a:ext uri="{FF2B5EF4-FFF2-40B4-BE49-F238E27FC236}">
                <a16:creationId xmlns:a16="http://schemas.microsoft.com/office/drawing/2014/main" id="{8951AEB4-99B8-4E45-885A-26813075C932}"/>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6" name="Google Shape;56;p22">
            <a:extLst>
              <a:ext uri="{FF2B5EF4-FFF2-40B4-BE49-F238E27FC236}">
                <a16:creationId xmlns:a16="http://schemas.microsoft.com/office/drawing/2014/main" id="{321707F7-6EFA-47FD-8CC2-D49F86672017}"/>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
        <p:cNvGrpSpPr/>
        <p:nvPr/>
      </p:nvGrpSpPr>
      <p:grpSpPr>
        <a:xfrm>
          <a:off x="0" y="0"/>
          <a:ext cx="0" cy="0"/>
          <a:chOff x="0" y="0"/>
          <a:chExt cx="0" cy="0"/>
        </a:xfrm>
      </p:grpSpPr>
      <p:sp>
        <p:nvSpPr>
          <p:cNvPr id="58" name="Google Shape;58;p23">
            <a:extLst>
              <a:ext uri="{FF2B5EF4-FFF2-40B4-BE49-F238E27FC236}">
                <a16:creationId xmlns:a16="http://schemas.microsoft.com/office/drawing/2014/main" id="{3BB810A1-870A-478E-BF9F-35F45E191C62}"/>
              </a:ext>
            </a:extLst>
          </p:cNvPr>
          <p:cNvSpPr>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9" name="Google Shape;59;p23">
            <a:extLst>
              <a:ext uri="{FF2B5EF4-FFF2-40B4-BE49-F238E27FC236}">
                <a16:creationId xmlns:a16="http://schemas.microsoft.com/office/drawing/2014/main" id="{F0374BBF-198C-4814-8260-222281FA8023}"/>
              </a:ext>
            </a:extLst>
          </p:cNvPr>
          <p:cNvSpPr>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ormAutofit/>
          </a:bodyPr>
          <a:lstStyle>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a:endParaRPr/>
          </a:p>
        </p:txBody>
      </p:sp>
      <p:sp>
        <p:nvSpPr>
          <p:cNvPr id="60" name="Google Shape;60;p23">
            <a:extLst>
              <a:ext uri="{FF2B5EF4-FFF2-40B4-BE49-F238E27FC236}">
                <a16:creationId xmlns:a16="http://schemas.microsoft.com/office/drawing/2014/main" id="{80F76EDE-81B0-4E01-B335-47E703BAD63F}"/>
              </a:ext>
            </a:extLst>
          </p:cNvPr>
          <p:cNvSpPr>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a:endParaRPr/>
          </a:p>
        </p:txBody>
      </p:sp>
      <p:sp>
        <p:nvSpPr>
          <p:cNvPr id="61" name="Google Shape;61;p23">
            <a:extLst>
              <a:ext uri="{FF2B5EF4-FFF2-40B4-BE49-F238E27FC236}">
                <a16:creationId xmlns:a16="http://schemas.microsoft.com/office/drawing/2014/main" id="{D5FD6E76-DD93-4987-8C8A-902F0E7BACB8}"/>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2" name="Google Shape;62;p23">
            <a:extLst>
              <a:ext uri="{FF2B5EF4-FFF2-40B4-BE49-F238E27FC236}">
                <a16:creationId xmlns:a16="http://schemas.microsoft.com/office/drawing/2014/main" id="{9188374B-2249-4849-B6C3-66CE300BF0AF}"/>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3" name="Google Shape;63;p23">
            <a:extLst>
              <a:ext uri="{FF2B5EF4-FFF2-40B4-BE49-F238E27FC236}">
                <a16:creationId xmlns:a16="http://schemas.microsoft.com/office/drawing/2014/main" id="{FE4A036B-162E-4CBB-8896-3A4F25FA4F4F}"/>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65" name="Google Shape;65;p24">
            <a:extLst>
              <a:ext uri="{FF2B5EF4-FFF2-40B4-BE49-F238E27FC236}">
                <a16:creationId xmlns:a16="http://schemas.microsoft.com/office/drawing/2014/main" id="{1ABCCF70-EC39-4DFC-9B68-03E135B528C6}"/>
              </a:ext>
            </a:extLst>
          </p:cNvPr>
          <p:cNvSpPr>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6" name="Google Shape;66;p24">
            <a:extLst>
              <a:ext uri="{FF2B5EF4-FFF2-40B4-BE49-F238E27FC236}">
                <a16:creationId xmlns:a16="http://schemas.microsoft.com/office/drawing/2014/main" id="{1BA39C38-4B66-4D91-AA40-D298F78CC0FD}"/>
              </a:ext>
            </a:extLst>
          </p:cNvPr>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ormAutofit/>
          </a:bodyPr>
          <a:lstStyle>
            <a:lvl1pPr marR="0" algn="l">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9pPr>
          </a:lstStyle>
          <a:p>
            <a:endParaRPr/>
          </a:p>
        </p:txBody>
      </p:sp>
      <p:sp>
        <p:nvSpPr>
          <p:cNvPr id="67" name="Google Shape;67;p24">
            <a:extLst>
              <a:ext uri="{FF2B5EF4-FFF2-40B4-BE49-F238E27FC236}">
                <a16:creationId xmlns:a16="http://schemas.microsoft.com/office/drawing/2014/main" id="{5DB7CA60-927E-45EA-862D-7AD93730042E}"/>
              </a:ext>
            </a:extLst>
          </p:cNvPr>
          <p:cNvSpPr>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a:endParaRPr/>
          </a:p>
        </p:txBody>
      </p:sp>
      <p:sp>
        <p:nvSpPr>
          <p:cNvPr id="68" name="Google Shape;68;p24">
            <a:extLst>
              <a:ext uri="{FF2B5EF4-FFF2-40B4-BE49-F238E27FC236}">
                <a16:creationId xmlns:a16="http://schemas.microsoft.com/office/drawing/2014/main" id="{EBB55832-6F49-4D3C-85E9-A7F88C08214A}"/>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9" name="Google Shape;69;p24">
            <a:extLst>
              <a:ext uri="{FF2B5EF4-FFF2-40B4-BE49-F238E27FC236}">
                <a16:creationId xmlns:a16="http://schemas.microsoft.com/office/drawing/2014/main" id="{2562BE92-F438-48B4-9ADA-B45DD8D1BA54}"/>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0" name="Google Shape;70;p24">
            <a:extLst>
              <a:ext uri="{FF2B5EF4-FFF2-40B4-BE49-F238E27FC236}">
                <a16:creationId xmlns:a16="http://schemas.microsoft.com/office/drawing/2014/main" id="{AE41038E-BB1F-4142-9CC7-4B0F61EFA307}"/>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
        <p:cNvGrpSpPr/>
        <p:nvPr/>
      </p:nvGrpSpPr>
      <p:grpSpPr>
        <a:xfrm>
          <a:off x="0" y="0"/>
          <a:ext cx="0" cy="0"/>
          <a:chOff x="0" y="0"/>
          <a:chExt cx="0" cy="0"/>
        </a:xfrm>
      </p:grpSpPr>
      <p:sp>
        <p:nvSpPr>
          <p:cNvPr id="72" name="Google Shape;72;p25">
            <a:extLst>
              <a:ext uri="{FF2B5EF4-FFF2-40B4-BE49-F238E27FC236}">
                <a16:creationId xmlns:a16="http://schemas.microsoft.com/office/drawing/2014/main" id="{BE421A04-0FF8-4C10-9159-0046EC25ADB7}"/>
              </a:ext>
            </a:extLst>
          </p:cNvPr>
          <p:cNvSpPr>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3" name="Google Shape;73;p25">
            <a:extLst>
              <a:ext uri="{FF2B5EF4-FFF2-40B4-BE49-F238E27FC236}">
                <a16:creationId xmlns:a16="http://schemas.microsoft.com/office/drawing/2014/main" id="{0A65BE71-1D68-4173-90AC-4B41E9A91981}"/>
              </a:ext>
            </a:extLst>
          </p:cNvPr>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ormAutofit/>
          </a:bodyPr>
          <a:lstStyle>
            <a:lvl1pPr marR="0" algn="l">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9pPr>
          </a:lstStyle>
          <a:p>
            <a:endParaRPr/>
          </a:p>
        </p:txBody>
      </p:sp>
      <p:sp>
        <p:nvSpPr>
          <p:cNvPr id="74" name="Google Shape;74;p25">
            <a:extLst>
              <a:ext uri="{FF2B5EF4-FFF2-40B4-BE49-F238E27FC236}">
                <a16:creationId xmlns:a16="http://schemas.microsoft.com/office/drawing/2014/main" id="{BF7F0ED9-531F-48AC-8118-F6C097C6C97D}"/>
              </a:ext>
            </a:extLst>
          </p:cNvPr>
          <p:cNvSpPr>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a:endParaRPr/>
          </a:p>
        </p:txBody>
      </p:sp>
      <p:sp>
        <p:nvSpPr>
          <p:cNvPr id="75" name="Google Shape;75;p25">
            <a:extLst>
              <a:ext uri="{FF2B5EF4-FFF2-40B4-BE49-F238E27FC236}">
                <a16:creationId xmlns:a16="http://schemas.microsoft.com/office/drawing/2014/main" id="{E4B5D9E2-9FDF-4520-AD94-51CBDBB2C04E}"/>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6" name="Google Shape;76;p25">
            <a:extLst>
              <a:ext uri="{FF2B5EF4-FFF2-40B4-BE49-F238E27FC236}">
                <a16:creationId xmlns:a16="http://schemas.microsoft.com/office/drawing/2014/main" id="{90A0E3FC-BBD8-4E5F-9E5D-57D2D2ABAECC}"/>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7" name="Google Shape;77;p25">
            <a:extLst>
              <a:ext uri="{FF2B5EF4-FFF2-40B4-BE49-F238E27FC236}">
                <a16:creationId xmlns:a16="http://schemas.microsoft.com/office/drawing/2014/main" id="{6B8E7DBF-10F1-4F32-A473-E08EB20D3A45}"/>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
        <p:cNvGrpSpPr/>
        <p:nvPr/>
      </p:nvGrpSpPr>
      <p:grpSpPr>
        <a:xfrm>
          <a:off x="0" y="0"/>
          <a:ext cx="0" cy="0"/>
          <a:chOff x="0" y="0"/>
          <a:chExt cx="0" cy="0"/>
        </a:xfrm>
      </p:grpSpPr>
      <p:pic>
        <p:nvPicPr>
          <p:cNvPr id="79" name="Google Shape;79;p26">
            <a:extLst>
              <a:ext uri="{FF2B5EF4-FFF2-40B4-BE49-F238E27FC236}">
                <a16:creationId xmlns:a16="http://schemas.microsoft.com/office/drawing/2014/main" id="{A77A8AE4-89CC-454E-88A5-224FBD08490C}"/>
              </a:ext>
            </a:extLst>
          </p:cNvPr>
          <p:cNvPicPr>
            <a:picLocks noChangeAspect="1"/>
          </p:cNvPicPr>
          <p:nvPr/>
        </p:nvPicPr>
        <p:blipFill rotWithShape="1">
          <a:blip r:embed="rId2">
            <a:alphaModFix/>
          </a:blip>
          <a:srcRect/>
          <a:stretch/>
        </p:blipFill>
        <p:spPr>
          <a:xfrm>
            <a:off x="0" y="4375150"/>
            <a:ext cx="12192000" cy="2482850"/>
          </a:xfrm>
          <a:prstGeom prst="rect">
            <a:avLst/>
          </a:prstGeom>
          <a:ln>
            <a:noFill/>
          </a:ln>
        </p:spPr>
      </p:pic>
      <p:sp>
        <p:nvSpPr>
          <p:cNvPr id="80" name="Google Shape;80;p26">
            <a:extLst>
              <a:ext uri="{FF2B5EF4-FFF2-40B4-BE49-F238E27FC236}">
                <a16:creationId xmlns:a16="http://schemas.microsoft.com/office/drawing/2014/main" id="{FEC515AC-5763-457E-80D2-41DC7A463540}"/>
              </a:ext>
            </a:extLst>
          </p:cNvPr>
          <p:cNvSpPr>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1" name="Google Shape;81;p26">
            <a:extLst>
              <a:ext uri="{FF2B5EF4-FFF2-40B4-BE49-F238E27FC236}">
                <a16:creationId xmlns:a16="http://schemas.microsoft.com/office/drawing/2014/main" id="{EDC5AB22-BB8B-49BD-A347-093D941F5B8F}"/>
              </a:ext>
            </a:extLst>
          </p:cNvPr>
          <p:cNvSpPr>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ormAutofit/>
          </a:bodyPr>
          <a:lstStyle>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a:endParaRPr/>
          </a:p>
        </p:txBody>
      </p:sp>
      <p:sp>
        <p:nvSpPr>
          <p:cNvPr id="82" name="Google Shape;82;p26">
            <a:extLst>
              <a:ext uri="{FF2B5EF4-FFF2-40B4-BE49-F238E27FC236}">
                <a16:creationId xmlns:a16="http://schemas.microsoft.com/office/drawing/2014/main" id="{2575E35B-4464-481F-816B-221543177D38}"/>
              </a:ext>
            </a:extLst>
          </p:cNvPr>
          <p:cNvSpPr>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3" name="Google Shape;83;p26">
            <a:extLst>
              <a:ext uri="{FF2B5EF4-FFF2-40B4-BE49-F238E27FC236}">
                <a16:creationId xmlns:a16="http://schemas.microsoft.com/office/drawing/2014/main" id="{0F736E7D-C8E4-47D5-BF39-73AC6CF2F370}"/>
              </a:ext>
            </a:extLst>
          </p:cNvPr>
          <p:cNvSpPr>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4" name="Google Shape;84;p26">
            <a:extLst>
              <a:ext uri="{FF2B5EF4-FFF2-40B4-BE49-F238E27FC236}">
                <a16:creationId xmlns:a16="http://schemas.microsoft.com/office/drawing/2014/main" id="{479E79CE-BFF7-4AFB-8EB7-639A6B107290}"/>
              </a:ext>
            </a:extLst>
          </p:cNvPr>
          <p:cNvSpPr>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
        <p:cNvGrpSpPr/>
        <p:nvPr/>
      </p:nvGrpSpPr>
      <p:grpSpPr>
        <a:xfrm>
          <a:off x="0" y="0"/>
          <a:ext cx="0" cy="0"/>
          <a:chOff x="0" y="0"/>
          <a:chExt cx="0" cy="0"/>
        </a:xfrm>
      </p:grpSpPr>
      <p:pic>
        <p:nvPicPr>
          <p:cNvPr id="86" name="Google Shape;86;p27">
            <a:extLst>
              <a:ext uri="{FF2B5EF4-FFF2-40B4-BE49-F238E27FC236}">
                <a16:creationId xmlns:a16="http://schemas.microsoft.com/office/drawing/2014/main" id="{763848C6-FCEC-4E02-8558-08BB61F12F6F}"/>
              </a:ext>
            </a:extLst>
          </p:cNvPr>
          <p:cNvPicPr>
            <a:picLocks noChangeAspect="1"/>
          </p:cNvPicPr>
          <p:nvPr/>
        </p:nvPicPr>
        <p:blipFill rotWithShape="1">
          <a:blip r:embed="rId2">
            <a:alphaModFix/>
          </a:blip>
          <a:srcRect/>
          <a:stretch/>
        </p:blipFill>
        <p:spPr>
          <a:xfrm>
            <a:off x="0" y="4375150"/>
            <a:ext cx="12192000" cy="2482850"/>
          </a:xfrm>
          <a:prstGeom prst="rect">
            <a:avLst/>
          </a:prstGeom>
          <a:ln>
            <a:noFill/>
          </a:ln>
        </p:spPr>
      </p:pic>
      <p:sp>
        <p:nvSpPr>
          <p:cNvPr id="87" name="Google Shape;87;p27">
            <a:extLst>
              <a:ext uri="{FF2B5EF4-FFF2-40B4-BE49-F238E27FC236}">
                <a16:creationId xmlns:a16="http://schemas.microsoft.com/office/drawing/2014/main" id="{8DF87E53-07E3-4D80-A5AC-4617D856FEED}"/>
              </a:ext>
            </a:extLst>
          </p:cNvPr>
          <p:cNvSpPr>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88" name="Google Shape;88;p27">
            <a:extLst>
              <a:ext uri="{FF2B5EF4-FFF2-40B4-BE49-F238E27FC236}">
                <a16:creationId xmlns:a16="http://schemas.microsoft.com/office/drawing/2014/main" id="{F250BE6D-B6E9-43C7-ABDB-4B3FC5FB7307}"/>
              </a:ext>
            </a:extLst>
          </p:cNvPr>
          <p:cNvSpPr>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a:endParaRPr/>
          </a:p>
        </p:txBody>
      </p:sp>
      <p:sp>
        <p:nvSpPr>
          <p:cNvPr id="89" name="Google Shape;89;p27">
            <a:extLst>
              <a:ext uri="{FF2B5EF4-FFF2-40B4-BE49-F238E27FC236}">
                <a16:creationId xmlns:a16="http://schemas.microsoft.com/office/drawing/2014/main" id="{4FB4420D-8A4B-4E82-BD34-F9D8CC4F9AC9}"/>
              </a:ext>
            </a:extLst>
          </p:cNvPr>
          <p:cNvSpPr>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ormAutofit/>
          </a:bodyPr>
          <a:lstStyle>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a:endParaRPr/>
          </a:p>
        </p:txBody>
      </p:sp>
      <p:sp>
        <p:nvSpPr>
          <p:cNvPr id="90" name="Google Shape;90;p27">
            <a:extLst>
              <a:ext uri="{FF2B5EF4-FFF2-40B4-BE49-F238E27FC236}">
                <a16:creationId xmlns:a16="http://schemas.microsoft.com/office/drawing/2014/main" id="{B81B79E1-A21B-414E-8FAF-E9194E09D5D4}"/>
              </a:ext>
            </a:extLst>
          </p:cNvPr>
          <p:cNvSpPr>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91" name="Google Shape;91;p27">
            <a:extLst>
              <a:ext uri="{FF2B5EF4-FFF2-40B4-BE49-F238E27FC236}">
                <a16:creationId xmlns:a16="http://schemas.microsoft.com/office/drawing/2014/main" id="{93323D0B-38D2-4FBB-914D-9266F552466E}"/>
              </a:ext>
            </a:extLst>
          </p:cNvPr>
          <p:cNvSpPr>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92" name="Google Shape;92;p27">
            <a:extLst>
              <a:ext uri="{FF2B5EF4-FFF2-40B4-BE49-F238E27FC236}">
                <a16:creationId xmlns:a16="http://schemas.microsoft.com/office/drawing/2014/main" id="{1652EB11-36F5-4335-890C-DE46E51698F9}"/>
              </a:ext>
            </a:extLst>
          </p:cNvPr>
          <p:cNvSpPr>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
        <p:nvSpPr>
          <p:cNvPr id="93" name="Google Shape;93;p27">
            <a:extLst>
              <a:ext uri="{FF2B5EF4-FFF2-40B4-BE49-F238E27FC236}">
                <a16:creationId xmlns:a16="http://schemas.microsoft.com/office/drawing/2014/main" id="{76F6F716-98DA-4B14-B0A0-7946AE0654D1}"/>
              </a:ext>
            </a:extLst>
          </p:cNvPr>
          <p:cNvSpPr>
            <a:spLocks noGrp="1"/>
          </p:cNvSpPr>
          <p:nvPr/>
        </p:nvSpPr>
        <p:spPr>
          <a:xfrm>
            <a:off x="476250" y="933450"/>
            <a:ext cx="609600" cy="584776"/>
          </a:xfrm>
          <a:prstGeom prst="rect">
            <a:avLst/>
          </a:prstGeom>
          <a:noFill/>
          <a:ln>
            <a:noFill/>
          </a:ln>
        </p:spPr>
        <p:txBody>
          <a:bodyPr spcFirstLastPara="1" wrap="square" lIns="91425" tIns="45700" rIns="91425" bIns="45700" anchor="ctr">
            <a:noAutofit/>
          </a:bodyPr>
          <a:lstStyle/>
          <a:p>
            <a:pPr marL="0" marR="0" lvl="0" indent="0" algn="l">
              <a:lnSpc>
                <a:spcPct val="100000"/>
              </a:lnSpc>
              <a:spcBef>
                <a:spcPts val="0"/>
              </a:spcBef>
              <a:spcAft>
                <a:spcPts val="0"/>
              </a:spcAft>
              <a:buClr>
                <a:schemeClr val="lt1"/>
              </a:buClr>
              <a:buSzPts val="8000"/>
              <a:buFont typeface="Century Gothic"/>
              <a:buNone/>
            </a:pPr>
            <a:r>
              <a:rPr sz="8000" b="0" i="0" u="none" strike="noStrike" cap="none">
                <a:solidFill>
                  <a:schemeClr val="lt1"/>
                </a:solidFill>
                <a:latin typeface="Century Gothic"/>
                <a:ea typeface="Century Gothic"/>
                <a:cs typeface="Century Gothic"/>
              </a:rPr>
              <a:t>“</a:t>
            </a:r>
            <a:endParaRPr sz="1400" b="0" i="0" u="none" strike="noStrike" cap="none">
              <a:solidFill>
                <a:srgbClr val="000000"/>
              </a:solidFill>
              <a:latin typeface="Arial"/>
              <a:ea typeface="Arial"/>
              <a:cs typeface="Arial"/>
            </a:endParaRPr>
          </a:p>
        </p:txBody>
      </p:sp>
      <p:sp>
        <p:nvSpPr>
          <p:cNvPr id="94" name="Google Shape;94;p27">
            <a:extLst>
              <a:ext uri="{FF2B5EF4-FFF2-40B4-BE49-F238E27FC236}">
                <a16:creationId xmlns:a16="http://schemas.microsoft.com/office/drawing/2014/main" id="{1B983FC4-4E6D-45FF-9079-EED2EEDCE2E9}"/>
              </a:ext>
            </a:extLst>
          </p:cNvPr>
          <p:cNvSpPr>
            <a:spLocks noGrp="1"/>
          </p:cNvSpPr>
          <p:nvPr/>
        </p:nvSpPr>
        <p:spPr>
          <a:xfrm>
            <a:off x="10984230" y="2701290"/>
            <a:ext cx="609600" cy="584776"/>
          </a:xfrm>
          <a:prstGeom prst="rect">
            <a:avLst/>
          </a:prstGeom>
          <a:noFill/>
          <a:ln>
            <a:noFill/>
          </a:ln>
        </p:spPr>
        <p:txBody>
          <a:bodyPr spcFirstLastPara="1" wrap="square" lIns="91425" tIns="45700" rIns="91425" bIns="45700" anchor="ctr">
            <a:noAutofit/>
          </a:bodyPr>
          <a:lstStyle/>
          <a:p>
            <a:pPr marL="0" marR="0" lvl="0" indent="0" algn="r">
              <a:lnSpc>
                <a:spcPct val="100000"/>
              </a:lnSpc>
              <a:spcBef>
                <a:spcPts val="0"/>
              </a:spcBef>
              <a:spcAft>
                <a:spcPts val="0"/>
              </a:spcAft>
              <a:buClr>
                <a:schemeClr val="lt1"/>
              </a:buClr>
              <a:buSzPts val="8000"/>
              <a:buFont typeface="Century Gothic"/>
              <a:buNone/>
            </a:pPr>
            <a:r>
              <a:rPr sz="8000" b="0" i="0" u="none" strike="noStrike" cap="none">
                <a:solidFill>
                  <a:schemeClr val="lt1"/>
                </a:solidFill>
                <a:latin typeface="Century Gothic"/>
                <a:ea typeface="Century Gothic"/>
                <a:cs typeface="Century Gothic"/>
              </a:rPr>
              <a:t>”</a:t>
            </a:r>
            <a:endParaRPr sz="1400" b="0" i="0" u="none" strike="noStrike" cap="none">
              <a:solidFill>
                <a:srgbClr val="000000"/>
              </a:solidFill>
              <a:latin typeface="Arial"/>
              <a:ea typeface="Arial"/>
              <a:cs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
        <p:cNvGrpSpPr/>
        <p:nvPr/>
      </p:nvGrpSpPr>
      <p:grpSpPr>
        <a:xfrm>
          <a:off x="0" y="0"/>
          <a:ext cx="0" cy="0"/>
          <a:chOff x="0" y="0"/>
          <a:chExt cx="0" cy="0"/>
        </a:xfrm>
      </p:grpSpPr>
      <p:pic>
        <p:nvPicPr>
          <p:cNvPr id="96" name="Google Shape;96;p28">
            <a:extLst>
              <a:ext uri="{FF2B5EF4-FFF2-40B4-BE49-F238E27FC236}">
                <a16:creationId xmlns:a16="http://schemas.microsoft.com/office/drawing/2014/main" id="{5EEB0482-56C4-4DAC-8055-1152D1A2AC00}"/>
              </a:ext>
            </a:extLst>
          </p:cNvPr>
          <p:cNvPicPr>
            <a:picLocks noChangeAspect="1"/>
          </p:cNvPicPr>
          <p:nvPr/>
        </p:nvPicPr>
        <p:blipFill rotWithShape="1">
          <a:blip r:embed="rId2">
            <a:alphaModFix/>
          </a:blip>
          <a:srcRect/>
          <a:stretch/>
        </p:blipFill>
        <p:spPr>
          <a:xfrm>
            <a:off x="0" y="4375150"/>
            <a:ext cx="12192000" cy="2482850"/>
          </a:xfrm>
          <a:prstGeom prst="rect">
            <a:avLst/>
          </a:prstGeom>
          <a:ln>
            <a:noFill/>
          </a:ln>
        </p:spPr>
      </p:pic>
      <p:sp>
        <p:nvSpPr>
          <p:cNvPr id="97" name="Google Shape;97;p28">
            <a:extLst>
              <a:ext uri="{FF2B5EF4-FFF2-40B4-BE49-F238E27FC236}">
                <a16:creationId xmlns:a16="http://schemas.microsoft.com/office/drawing/2014/main" id="{109D8C41-B3C6-481A-B560-3D6554E6D97E}"/>
              </a:ext>
            </a:extLst>
          </p:cNvPr>
          <p:cNvSpPr>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98" name="Google Shape;98;p28">
            <a:extLst>
              <a:ext uri="{FF2B5EF4-FFF2-40B4-BE49-F238E27FC236}">
                <a16:creationId xmlns:a16="http://schemas.microsoft.com/office/drawing/2014/main" id="{E12FFBFE-75AF-4F4F-B7D4-EB891BE70FFA}"/>
              </a:ext>
            </a:extLst>
          </p:cNvPr>
          <p:cNvSpPr>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a:endParaRPr/>
          </a:p>
        </p:txBody>
      </p:sp>
      <p:sp>
        <p:nvSpPr>
          <p:cNvPr id="99" name="Google Shape;99;p28">
            <a:extLst>
              <a:ext uri="{FF2B5EF4-FFF2-40B4-BE49-F238E27FC236}">
                <a16:creationId xmlns:a16="http://schemas.microsoft.com/office/drawing/2014/main" id="{B89C5BB3-6A3B-4FE8-9F82-D93C04C7E57B}"/>
              </a:ext>
            </a:extLst>
          </p:cNvPr>
          <p:cNvSpPr>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00" name="Google Shape;100;p28">
            <a:extLst>
              <a:ext uri="{FF2B5EF4-FFF2-40B4-BE49-F238E27FC236}">
                <a16:creationId xmlns:a16="http://schemas.microsoft.com/office/drawing/2014/main" id="{9E2BC503-4787-410B-AA46-77252976D0B8}"/>
              </a:ext>
            </a:extLst>
          </p:cNvPr>
          <p:cNvSpPr>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01" name="Google Shape;101;p28">
            <a:extLst>
              <a:ext uri="{FF2B5EF4-FFF2-40B4-BE49-F238E27FC236}">
                <a16:creationId xmlns:a16="http://schemas.microsoft.com/office/drawing/2014/main" id="{A15F4E9C-28B3-4037-A188-5E90EE0AA99C}"/>
              </a:ext>
            </a:extLst>
          </p:cNvPr>
          <p:cNvSpPr>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
        <p:cNvGrpSpPr/>
        <p:nvPr/>
      </p:nvGrpSpPr>
      <p:grpSpPr>
        <a:xfrm>
          <a:off x="0" y="0"/>
          <a:ext cx="0" cy="0"/>
          <a:chOff x="0" y="0"/>
          <a:chExt cx="0" cy="0"/>
        </a:xfrm>
      </p:grpSpPr>
      <p:sp>
        <p:nvSpPr>
          <p:cNvPr id="103" name="Google Shape;103;p29">
            <a:extLst>
              <a:ext uri="{FF2B5EF4-FFF2-40B4-BE49-F238E27FC236}">
                <a16:creationId xmlns:a16="http://schemas.microsoft.com/office/drawing/2014/main" id="{83465385-BABB-4B05-A511-BB9F7C1C9B04}"/>
              </a:ext>
            </a:extLst>
          </p:cNvPr>
          <p:cNvSpPr>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ormAutofit/>
          </a:bodyPr>
          <a:lstStyle>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04" name="Google Shape;104;p29">
            <a:extLst>
              <a:ext uri="{FF2B5EF4-FFF2-40B4-BE49-F238E27FC236}">
                <a16:creationId xmlns:a16="http://schemas.microsoft.com/office/drawing/2014/main" id="{58558AD7-A05E-41A4-9A6E-55DC7F982913}"/>
              </a:ext>
            </a:extLst>
          </p:cNvPr>
          <p:cNvSpPr>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oAutofit/>
          </a:bodyPr>
          <a:lstStyle>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a:extLst>
              <a:ext uri="{FF2B5EF4-FFF2-40B4-BE49-F238E27FC236}">
                <a16:creationId xmlns:a16="http://schemas.microsoft.com/office/drawing/2014/main" id="{6EBAA2E3-3910-4139-B57A-64F3999C5890}"/>
              </a:ext>
            </a:extLst>
          </p:cNvPr>
          <p:cNvSpPr>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a:endParaRPr/>
          </a:p>
        </p:txBody>
      </p:sp>
      <p:sp>
        <p:nvSpPr>
          <p:cNvPr id="106" name="Google Shape;106;p29">
            <a:extLst>
              <a:ext uri="{FF2B5EF4-FFF2-40B4-BE49-F238E27FC236}">
                <a16:creationId xmlns:a16="http://schemas.microsoft.com/office/drawing/2014/main" id="{C178107B-9F9C-4807-8AEC-FAFDFFFEB439}"/>
              </a:ext>
            </a:extLst>
          </p:cNvPr>
          <p:cNvSpPr>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oAutofit/>
          </a:bodyPr>
          <a:lstStyle>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a:extLst>
              <a:ext uri="{FF2B5EF4-FFF2-40B4-BE49-F238E27FC236}">
                <a16:creationId xmlns:a16="http://schemas.microsoft.com/office/drawing/2014/main" id="{ACA0FFAA-CDE9-4535-993F-9FCEEAEF7EF4}"/>
              </a:ext>
            </a:extLst>
          </p:cNvPr>
          <p:cNvSpPr>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a:endParaRPr/>
          </a:p>
        </p:txBody>
      </p:sp>
      <p:sp>
        <p:nvSpPr>
          <p:cNvPr id="108" name="Google Shape;108;p29">
            <a:extLst>
              <a:ext uri="{FF2B5EF4-FFF2-40B4-BE49-F238E27FC236}">
                <a16:creationId xmlns:a16="http://schemas.microsoft.com/office/drawing/2014/main" id="{9BD5E5D7-5C9A-4FA1-ADC0-7659F4D833F2}"/>
              </a:ext>
            </a:extLst>
          </p:cNvPr>
          <p:cNvSpPr>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oAutofit/>
          </a:bodyPr>
          <a:lstStyle>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a:extLst>
              <a:ext uri="{FF2B5EF4-FFF2-40B4-BE49-F238E27FC236}">
                <a16:creationId xmlns:a16="http://schemas.microsoft.com/office/drawing/2014/main" id="{83541FF0-47B8-498B-9F13-371C0602271B}"/>
              </a:ext>
            </a:extLst>
          </p:cNvPr>
          <p:cNvSpPr>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a:endParaRPr/>
          </a:p>
        </p:txBody>
      </p:sp>
      <p:sp>
        <p:nvSpPr>
          <p:cNvPr id="110" name="Google Shape;110;p29">
            <a:extLst>
              <a:ext uri="{FF2B5EF4-FFF2-40B4-BE49-F238E27FC236}">
                <a16:creationId xmlns:a16="http://schemas.microsoft.com/office/drawing/2014/main" id="{C1848FDD-C269-4F77-A4E7-D0877AB55D39}"/>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11" name="Google Shape;111;p29">
            <a:extLst>
              <a:ext uri="{FF2B5EF4-FFF2-40B4-BE49-F238E27FC236}">
                <a16:creationId xmlns:a16="http://schemas.microsoft.com/office/drawing/2014/main" id="{364F8384-6BD4-421B-A40A-5F02C6722D88}"/>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12" name="Google Shape;112;p29">
            <a:extLst>
              <a:ext uri="{FF2B5EF4-FFF2-40B4-BE49-F238E27FC236}">
                <a16:creationId xmlns:a16="http://schemas.microsoft.com/office/drawing/2014/main" id="{A4F63E0A-1253-4827-8E66-35BDA6C0BC03}"/>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
        <p:cNvGrpSpPr/>
        <p:nvPr/>
      </p:nvGrpSpPr>
      <p:grpSpPr>
        <a:xfrm>
          <a:off x="0" y="0"/>
          <a:ext cx="0" cy="0"/>
          <a:chOff x="0" y="0"/>
          <a:chExt cx="0" cy="0"/>
        </a:xfrm>
      </p:grpSpPr>
      <p:sp>
        <p:nvSpPr>
          <p:cNvPr id="114" name="Google Shape;114;p30">
            <a:extLst>
              <a:ext uri="{FF2B5EF4-FFF2-40B4-BE49-F238E27FC236}">
                <a16:creationId xmlns:a16="http://schemas.microsoft.com/office/drawing/2014/main" id="{33324547-914D-4986-B91F-EFC27C9B6E68}"/>
              </a:ext>
            </a:extLst>
          </p:cNvPr>
          <p:cNvSpPr>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ormAutofit/>
          </a:bodyPr>
          <a:lstStyle>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15" name="Google Shape;115;p30">
            <a:extLst>
              <a:ext uri="{FF2B5EF4-FFF2-40B4-BE49-F238E27FC236}">
                <a16:creationId xmlns:a16="http://schemas.microsoft.com/office/drawing/2014/main" id="{04E450A9-B848-4182-9273-3B5736614182}"/>
              </a:ext>
            </a:extLst>
          </p:cNvPr>
          <p:cNvSpPr>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oAutofit/>
          </a:bodyPr>
          <a:lstStyle>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a:extLst>
              <a:ext uri="{FF2B5EF4-FFF2-40B4-BE49-F238E27FC236}">
                <a16:creationId xmlns:a16="http://schemas.microsoft.com/office/drawing/2014/main" id="{2743E47A-D7C9-44F6-8502-5EB198629F72}"/>
              </a:ext>
            </a:extLst>
          </p:cNvPr>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ormAutofit/>
          </a:bodyPr>
          <a:lstStyle>
            <a:lvl1pPr marR="0" algn="ctr">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9pPr>
          </a:lstStyle>
          <a:p>
            <a:endParaRPr/>
          </a:p>
        </p:txBody>
      </p:sp>
      <p:sp>
        <p:nvSpPr>
          <p:cNvPr id="117" name="Google Shape;117;p30">
            <a:extLst>
              <a:ext uri="{FF2B5EF4-FFF2-40B4-BE49-F238E27FC236}">
                <a16:creationId xmlns:a16="http://schemas.microsoft.com/office/drawing/2014/main" id="{109D3288-FAEE-4CD8-ABBA-FC68AD2E750F}"/>
              </a:ext>
            </a:extLst>
          </p:cNvPr>
          <p:cNvSpPr>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a:endParaRPr/>
          </a:p>
        </p:txBody>
      </p:sp>
      <p:sp>
        <p:nvSpPr>
          <p:cNvPr id="118" name="Google Shape;118;p30">
            <a:extLst>
              <a:ext uri="{FF2B5EF4-FFF2-40B4-BE49-F238E27FC236}">
                <a16:creationId xmlns:a16="http://schemas.microsoft.com/office/drawing/2014/main" id="{F69806B8-3860-43AD-9E7F-F34355C3CE5A}"/>
              </a:ext>
            </a:extLst>
          </p:cNvPr>
          <p:cNvSpPr>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oAutofit/>
          </a:bodyPr>
          <a:lstStyle>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a:extLst>
              <a:ext uri="{FF2B5EF4-FFF2-40B4-BE49-F238E27FC236}">
                <a16:creationId xmlns:a16="http://schemas.microsoft.com/office/drawing/2014/main" id="{BB258240-29CC-4E95-B8F0-8B8868627D69}"/>
              </a:ext>
            </a:extLst>
          </p:cNvPr>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ormAutofit/>
          </a:bodyPr>
          <a:lstStyle>
            <a:lvl1pPr marR="0" algn="ctr">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9pPr>
          </a:lstStyle>
          <a:p>
            <a:endParaRPr/>
          </a:p>
        </p:txBody>
      </p:sp>
      <p:sp>
        <p:nvSpPr>
          <p:cNvPr id="120" name="Google Shape;120;p30">
            <a:extLst>
              <a:ext uri="{FF2B5EF4-FFF2-40B4-BE49-F238E27FC236}">
                <a16:creationId xmlns:a16="http://schemas.microsoft.com/office/drawing/2014/main" id="{BE8DAC81-5F24-4602-B8FF-E2467822895B}"/>
              </a:ext>
            </a:extLst>
          </p:cNvPr>
          <p:cNvSpPr>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a:endParaRPr/>
          </a:p>
        </p:txBody>
      </p:sp>
      <p:sp>
        <p:nvSpPr>
          <p:cNvPr id="121" name="Google Shape;121;p30">
            <a:extLst>
              <a:ext uri="{FF2B5EF4-FFF2-40B4-BE49-F238E27FC236}">
                <a16:creationId xmlns:a16="http://schemas.microsoft.com/office/drawing/2014/main" id="{634158C4-94B0-450A-A940-0FC52ACDC656}"/>
              </a:ext>
            </a:extLst>
          </p:cNvPr>
          <p:cNvSpPr>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oAutofit/>
          </a:bodyPr>
          <a:lstStyle>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a:extLst>
              <a:ext uri="{FF2B5EF4-FFF2-40B4-BE49-F238E27FC236}">
                <a16:creationId xmlns:a16="http://schemas.microsoft.com/office/drawing/2014/main" id="{5C5ED299-5B5F-41FE-99D5-798531C86306}"/>
              </a:ext>
            </a:extLst>
          </p:cNvPr>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ormAutofit/>
          </a:bodyPr>
          <a:lstStyle>
            <a:lvl1pPr marR="0" algn="ctr">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9pPr>
          </a:lstStyle>
          <a:p>
            <a:endParaRPr/>
          </a:p>
        </p:txBody>
      </p:sp>
      <p:sp>
        <p:nvSpPr>
          <p:cNvPr id="123" name="Google Shape;123;p30">
            <a:extLst>
              <a:ext uri="{FF2B5EF4-FFF2-40B4-BE49-F238E27FC236}">
                <a16:creationId xmlns:a16="http://schemas.microsoft.com/office/drawing/2014/main" id="{FC393BB2-F3B2-467C-B157-07FC2CE9AEEE}"/>
              </a:ext>
            </a:extLst>
          </p:cNvPr>
          <p:cNvSpPr>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a:endParaRPr/>
          </a:p>
        </p:txBody>
      </p:sp>
      <p:sp>
        <p:nvSpPr>
          <p:cNvPr id="124" name="Google Shape;124;p30">
            <a:extLst>
              <a:ext uri="{FF2B5EF4-FFF2-40B4-BE49-F238E27FC236}">
                <a16:creationId xmlns:a16="http://schemas.microsoft.com/office/drawing/2014/main" id="{FDCA2873-643C-46C5-AED6-B995DC00AFD6}"/>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25" name="Google Shape;125;p30">
            <a:extLst>
              <a:ext uri="{FF2B5EF4-FFF2-40B4-BE49-F238E27FC236}">
                <a16:creationId xmlns:a16="http://schemas.microsoft.com/office/drawing/2014/main" id="{EBEDDC19-F074-4B8D-9DAE-50A545631503}"/>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26" name="Google Shape;126;p30">
            <a:extLst>
              <a:ext uri="{FF2B5EF4-FFF2-40B4-BE49-F238E27FC236}">
                <a16:creationId xmlns:a16="http://schemas.microsoft.com/office/drawing/2014/main" id="{A5375506-0334-4ABC-97AD-29FB7BD28DCA}"/>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128" name="Google Shape;128;p31">
            <a:extLst>
              <a:ext uri="{FF2B5EF4-FFF2-40B4-BE49-F238E27FC236}">
                <a16:creationId xmlns:a16="http://schemas.microsoft.com/office/drawing/2014/main" id="{B13FEA54-8841-46BD-834C-7741682A40DC}"/>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29" name="Google Shape;129;p31">
            <a:extLst>
              <a:ext uri="{FF2B5EF4-FFF2-40B4-BE49-F238E27FC236}">
                <a16:creationId xmlns:a16="http://schemas.microsoft.com/office/drawing/2014/main" id="{A0097D81-2B4C-454C-9BC3-66289D9EFD22}"/>
              </a:ext>
            </a:extLst>
          </p:cNvPr>
          <p:cNvSpPr>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a:endParaRPr/>
          </a:p>
        </p:txBody>
      </p:sp>
      <p:sp>
        <p:nvSpPr>
          <p:cNvPr id="130" name="Google Shape;130;p31">
            <a:extLst>
              <a:ext uri="{FF2B5EF4-FFF2-40B4-BE49-F238E27FC236}">
                <a16:creationId xmlns:a16="http://schemas.microsoft.com/office/drawing/2014/main" id="{A0C9CD19-CB1C-46A9-B196-CB37BE0EE592}"/>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1" name="Google Shape;131;p31">
            <a:extLst>
              <a:ext uri="{FF2B5EF4-FFF2-40B4-BE49-F238E27FC236}">
                <a16:creationId xmlns:a16="http://schemas.microsoft.com/office/drawing/2014/main" id="{B08BC7FD-86DA-48C3-900A-425C644F0D54}"/>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2" name="Google Shape;132;p31">
            <a:extLst>
              <a:ext uri="{FF2B5EF4-FFF2-40B4-BE49-F238E27FC236}">
                <a16:creationId xmlns:a16="http://schemas.microsoft.com/office/drawing/2014/main" id="{BD28923A-35D5-4DF1-A8F7-09466A3FE604}"/>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
        <p:cNvGrpSpPr/>
        <p:nvPr/>
      </p:nvGrpSpPr>
      <p:grpSpPr>
        <a:xfrm>
          <a:off x="0" y="0"/>
          <a:ext cx="0" cy="0"/>
          <a:chOff x="0" y="0"/>
          <a:chExt cx="0" cy="0"/>
        </a:xfrm>
      </p:grpSpPr>
      <p:pic>
        <p:nvPicPr>
          <p:cNvPr id="134" name="Google Shape;134;p32">
            <a:extLst>
              <a:ext uri="{FF2B5EF4-FFF2-40B4-BE49-F238E27FC236}">
                <a16:creationId xmlns:a16="http://schemas.microsoft.com/office/drawing/2014/main" id="{66D935AC-1447-4E4C-9A61-345DA3EBBCD9}"/>
              </a:ext>
            </a:extLst>
          </p:cNvPr>
          <p:cNvPicPr>
            <a:picLocks noChangeAspect="1"/>
          </p:cNvPicPr>
          <p:nvPr/>
        </p:nvPicPr>
        <p:blipFill rotWithShape="1">
          <a:blip r:embed="rId2">
            <a:alphaModFix/>
          </a:blip>
          <a:srcRect/>
          <a:stretch/>
        </p:blipFill>
        <p:spPr>
          <a:xfrm>
            <a:off x="0" y="4375150"/>
            <a:ext cx="12192000" cy="2482850"/>
          </a:xfrm>
          <a:prstGeom prst="rect">
            <a:avLst/>
          </a:prstGeom>
          <a:ln>
            <a:noFill/>
          </a:ln>
        </p:spPr>
      </p:pic>
      <p:sp>
        <p:nvSpPr>
          <p:cNvPr id="135" name="Google Shape;135;p32">
            <a:extLst>
              <a:ext uri="{FF2B5EF4-FFF2-40B4-BE49-F238E27FC236}">
                <a16:creationId xmlns:a16="http://schemas.microsoft.com/office/drawing/2014/main" id="{BAA85CFB-9FD9-40E2-95BB-D1DDAFB71614}"/>
              </a:ext>
            </a:extLst>
          </p:cNvPr>
          <p:cNvSpPr>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4000"/>
              <a:buFont typeface="Century Gothic"/>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6" name="Google Shape;136;p32">
            <a:extLst>
              <a:ext uri="{FF2B5EF4-FFF2-40B4-BE49-F238E27FC236}">
                <a16:creationId xmlns:a16="http://schemas.microsoft.com/office/drawing/2014/main" id="{B270F281-4EDD-4E1B-8AA8-DA3103479172}"/>
              </a:ext>
            </a:extLst>
          </p:cNvPr>
          <p:cNvSpPr>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a:endParaRPr/>
          </a:p>
        </p:txBody>
      </p:sp>
      <p:sp>
        <p:nvSpPr>
          <p:cNvPr id="137" name="Google Shape;137;p32">
            <a:extLst>
              <a:ext uri="{FF2B5EF4-FFF2-40B4-BE49-F238E27FC236}">
                <a16:creationId xmlns:a16="http://schemas.microsoft.com/office/drawing/2014/main" id="{162A3BA9-5736-41D0-9B98-0AA136EBC70D}"/>
              </a:ext>
            </a:extLst>
          </p:cNvPr>
          <p:cNvSpPr>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oAutofit/>
          </a:bodyPr>
          <a:lstStyle>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8" name="Google Shape;138;p32">
            <a:extLst>
              <a:ext uri="{FF2B5EF4-FFF2-40B4-BE49-F238E27FC236}">
                <a16:creationId xmlns:a16="http://schemas.microsoft.com/office/drawing/2014/main" id="{0DBC9097-F429-4A62-B421-2AD15426E7D9}"/>
              </a:ext>
            </a:extLst>
          </p:cNvPr>
          <p:cNvSpPr>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9" name="Google Shape;139;p32">
            <a:extLst>
              <a:ext uri="{FF2B5EF4-FFF2-40B4-BE49-F238E27FC236}">
                <a16:creationId xmlns:a16="http://schemas.microsoft.com/office/drawing/2014/main" id="{183C0E07-927E-4944-A8BA-F08B20B8E61F}"/>
              </a:ext>
            </a:extLst>
          </p:cNvPr>
          <p:cNvSpPr>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pic>
        <p:nvPicPr>
          <p:cNvPr id="6" name="Google Shape;6;p15">
            <a:extLst>
              <a:ext uri="{FF2B5EF4-FFF2-40B4-BE49-F238E27FC236}">
                <a16:creationId xmlns:a16="http://schemas.microsoft.com/office/drawing/2014/main" id="{4A1C072A-4D5D-4CD7-AD26-91F3A2409476}"/>
              </a:ext>
            </a:extLst>
          </p:cNvPr>
          <p:cNvPicPr>
            <a:picLocks noChangeAspect="1"/>
          </p:cNvPicPr>
          <p:nvPr/>
        </p:nvPicPr>
        <p:blipFill rotWithShape="1">
          <a:blip r:embed="rId19">
            <a:alphaModFix/>
          </a:blip>
          <a:srcRect/>
          <a:stretch/>
        </p:blipFill>
        <p:spPr>
          <a:xfrm>
            <a:off x="0" y="0"/>
            <a:ext cx="12192000" cy="1441450"/>
          </a:xfrm>
          <a:prstGeom prst="rect">
            <a:avLst/>
          </a:prstGeom>
          <a:ln>
            <a:noFill/>
          </a:ln>
        </p:spPr>
      </p:pic>
      <p:sp>
        <p:nvSpPr>
          <p:cNvPr id="7" name="Google Shape;7;p15">
            <a:extLst>
              <a:ext uri="{FF2B5EF4-FFF2-40B4-BE49-F238E27FC236}">
                <a16:creationId xmlns:a16="http://schemas.microsoft.com/office/drawing/2014/main" id="{7A03CD89-5D3B-4657-9E1D-101EB46DE98A}"/>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lvl1pPr marR="0" algn="r">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a:endParaRPr/>
          </a:p>
        </p:txBody>
      </p:sp>
      <p:sp>
        <p:nvSpPr>
          <p:cNvPr id="8" name="Google Shape;8;p15">
            <a:extLst>
              <a:ext uri="{FF2B5EF4-FFF2-40B4-BE49-F238E27FC236}">
                <a16:creationId xmlns:a16="http://schemas.microsoft.com/office/drawing/2014/main" id="{A9B3560D-5E13-432A-A3D3-2B1006A68A12}"/>
              </a:ext>
            </a:extLst>
          </p:cNvPr>
          <p:cNvSpPr>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ormAutofit/>
          </a:bodyPr>
          <a:lstStyle>
            <a:lvl1pPr marL="457200" marR="0" indent="-368300" algn="l">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defRPr>
            </a:lvl1pPr>
            <a:lvl2pPr marL="914400" marR="0"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defRPr>
            </a:lvl2pPr>
            <a:lvl3pPr marL="1371600" marR="0"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defRPr>
            </a:lvl3pPr>
            <a:lvl4pPr marL="18288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4pPr>
            <a:lvl5pPr marL="22860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5pPr>
            <a:lvl6pPr marL="27432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6pPr>
            <a:lvl7pPr marL="32004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7pPr>
            <a:lvl8pPr marL="36576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8pPr>
            <a:lvl9pPr marL="41148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9pPr>
          </a:lstStyle>
          <a:p>
            <a:endParaRPr/>
          </a:p>
        </p:txBody>
      </p:sp>
      <p:sp>
        <p:nvSpPr>
          <p:cNvPr id="9" name="Google Shape;9;p15">
            <a:extLst>
              <a:ext uri="{FF2B5EF4-FFF2-40B4-BE49-F238E27FC236}">
                <a16:creationId xmlns:a16="http://schemas.microsoft.com/office/drawing/2014/main" id="{4DF836EE-8610-4982-B3B7-FB544D5CFE1E}"/>
              </a:ext>
            </a:extLst>
          </p:cNvPr>
          <p:cNvSpPr>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oAutofit/>
          </a:bodyPr>
          <a:lstStyle>
            <a:lvl1pPr marR="0" algn="r">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9pPr>
          </a:lstStyle>
          <a:p>
            <a:endParaRPr/>
          </a:p>
        </p:txBody>
      </p:sp>
      <p:sp>
        <p:nvSpPr>
          <p:cNvPr id="10" name="Google Shape;10;p15">
            <a:extLst>
              <a:ext uri="{FF2B5EF4-FFF2-40B4-BE49-F238E27FC236}">
                <a16:creationId xmlns:a16="http://schemas.microsoft.com/office/drawing/2014/main" id="{73B44F78-E270-452F-9F69-7B0EC1EE52CA}"/>
              </a:ext>
            </a:extLst>
          </p:cNvPr>
          <p:cNvSpPr>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oAutofit/>
          </a:bodyPr>
          <a:lstStyle>
            <a:lvl1pPr marR="0" algn="l">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9pPr>
          </a:lstStyle>
          <a:p>
            <a:endParaRPr/>
          </a:p>
        </p:txBody>
      </p:sp>
      <p:sp>
        <p:nvSpPr>
          <p:cNvPr id="11" name="Google Shape;11;p15">
            <a:extLst>
              <a:ext uri="{FF2B5EF4-FFF2-40B4-BE49-F238E27FC236}">
                <a16:creationId xmlns:a16="http://schemas.microsoft.com/office/drawing/2014/main" id="{91B8C40C-684F-45F5-9ECE-AB74374D60AE}"/>
              </a:ext>
            </a:extLst>
          </p:cNvPr>
          <p:cNvSpPr>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Google Shape;144;p1">
            <a:extLst>
              <a:ext uri="{FF2B5EF4-FFF2-40B4-BE49-F238E27FC236}">
                <a16:creationId xmlns:a16="http://schemas.microsoft.com/office/drawing/2014/main" id="{E6B14DBC-71B2-431B-9B1B-B7BEFBC15BBA}"/>
              </a:ext>
            </a:extLst>
          </p:cNvPr>
          <p:cNvSpPr>
            <a:spLocks noGrp="1"/>
          </p:cNvSpPr>
          <p:nvPr>
            <p:ph type="ctrTitle"/>
          </p:nvPr>
        </p:nvSpPr>
        <p:spPr>
          <a:xfrm>
            <a:off x="1371600" y="907030"/>
            <a:ext cx="9448800" cy="1825096"/>
          </a:xfrm>
          <a:prstGeom prst="rect">
            <a:avLst/>
          </a:prstGeom>
          <a:noFill/>
          <a:ln>
            <a:noFill/>
          </a:ln>
        </p:spPr>
        <p:txBody>
          <a:bodyPr spcFirstLastPara="1" wrap="square" lIns="91425" tIns="45700" rIns="91425" bIns="45700" anchor="b">
            <a:normAutofit/>
          </a:bodyPr>
          <a:lstStyle/>
          <a:p>
            <a:pPr marL="0" lvl="0" indent="0" algn="l">
              <a:lnSpc>
                <a:spcPct val="90000"/>
              </a:lnSpc>
              <a:spcBef>
                <a:spcPts val="0"/>
              </a:spcBef>
              <a:spcAft>
                <a:spcPts val="0"/>
              </a:spcAft>
              <a:buClr>
                <a:schemeClr val="lt1"/>
              </a:buClr>
              <a:buSzPts val="6000"/>
              <a:buFont typeface="Century Gothic"/>
              <a:buNone/>
            </a:pPr>
            <a:r>
              <a:rPr dirty="0"/>
              <a:t>Green Pace</a:t>
            </a:r>
          </a:p>
        </p:txBody>
      </p:sp>
      <p:pic>
        <p:nvPicPr>
          <p:cNvPr id="146" name="Google Shape;146;p1">
            <a:extLst>
              <a:ext uri="{FF2B5EF4-FFF2-40B4-BE49-F238E27FC236}">
                <a16:creationId xmlns:a16="http://schemas.microsoft.com/office/drawing/2014/main" id="{A28129F2-C10D-4261-9ABE-9544D9B1396B}"/>
              </a:ext>
            </a:extLst>
          </p:cNvPr>
          <p:cNvPicPr>
            <a:picLocks noChangeAspect="1"/>
          </p:cNvPicPr>
          <p:nvPr/>
        </p:nvPicPr>
        <p:blipFill>
          <a:blip r:embed="rId5">
            <a:alphaModFix/>
          </a:blip>
          <a:stretch>
            <a:fillRect/>
          </a:stretch>
        </p:blipFill>
        <p:spPr>
          <a:xfrm>
            <a:off x="7440774" y="659854"/>
            <a:ext cx="2921424" cy="3786772"/>
          </a:xfrm>
          <a:prstGeom prst="rect">
            <a:avLst/>
          </a:prstGeom>
          <a:ln>
            <a:noFill/>
          </a:ln>
        </p:spPr>
      </p:pic>
      <p:sp>
        <p:nvSpPr>
          <p:cNvPr id="147" name="Rectangle 146">
            <a:extLst>
              <a:ext uri="{FF2B5EF4-FFF2-40B4-BE49-F238E27FC236}">
                <a16:creationId xmlns:a16="http://schemas.microsoft.com/office/drawing/2014/main" id="{1C127257-3E52-42DD-A6D6-DC744775EF2C}"/>
              </a:ext>
            </a:extLst>
          </p:cNvPr>
          <p:cNvSpPr>
            <a:spLocks noGrp="1"/>
          </p:cNvSpPr>
          <p:nvPr/>
        </p:nvSpPr>
        <p:spPr>
          <a:xfrm>
            <a:off x="1371600" y="2732126"/>
            <a:ext cx="6381750" cy="1714500"/>
          </a:xfrm>
          <a:prstGeom prst="rect">
            <a:avLst/>
          </a:prstGeom>
          <a:noFill/>
          <a:ln w="0">
            <a:noFill/>
          </a:ln>
        </p:spPr>
        <p:txBody>
          <a:bodyPr anchor="ctr"/>
          <a:lstStyle>
            <a:defPPr algn="l">
              <a:defRPr sz="1875">
                <a:solidFill>
                  <a:srgbClr val="FFFFFF"/>
                </a:solidFill>
                <a:latin typeface="Century Gothic"/>
                <a:ea typeface="Century Gothic"/>
                <a:cs typeface="Century Gothic"/>
              </a:defRPr>
            </a:defPPr>
            <a:lvl1pPr algn="l">
              <a:defRPr sz="1875">
                <a:solidFill>
                  <a:srgbClr val="FFFFFF"/>
                </a:solidFill>
                <a:latin typeface="Century Gothic"/>
                <a:ea typeface="Century Gothic"/>
                <a:cs typeface="Century Gothic"/>
              </a:defRPr>
            </a:lvl1pPr>
            <a:lvl2pPr algn="l">
              <a:defRPr sz="1875">
                <a:solidFill>
                  <a:srgbClr val="FFFFFF"/>
                </a:solidFill>
                <a:latin typeface="Century Gothic"/>
                <a:ea typeface="Century Gothic"/>
                <a:cs typeface="Century Gothic"/>
              </a:defRPr>
            </a:lvl2pPr>
            <a:lvl3pPr algn="l">
              <a:defRPr sz="1875">
                <a:solidFill>
                  <a:srgbClr val="FFFFFF"/>
                </a:solidFill>
                <a:latin typeface="Century Gothic"/>
                <a:ea typeface="Century Gothic"/>
                <a:cs typeface="Century Gothic"/>
              </a:defRPr>
            </a:lvl3pPr>
            <a:lvl4pPr algn="l">
              <a:defRPr sz="1875">
                <a:solidFill>
                  <a:srgbClr val="FFFFFF"/>
                </a:solidFill>
                <a:latin typeface="Century Gothic"/>
                <a:ea typeface="Century Gothic"/>
                <a:cs typeface="Century Gothic"/>
              </a:defRPr>
            </a:lvl4pPr>
            <a:lvl5pPr algn="l">
              <a:defRPr sz="1875">
                <a:solidFill>
                  <a:srgbClr val="FFFFFF"/>
                </a:solidFill>
                <a:latin typeface="Century Gothic"/>
                <a:ea typeface="Century Gothic"/>
                <a:cs typeface="Century Gothic"/>
              </a:defRPr>
            </a:lvl5pPr>
            <a:lvl6pPr algn="l">
              <a:defRPr sz="1875">
                <a:solidFill>
                  <a:srgbClr val="FFFFFF"/>
                </a:solidFill>
                <a:latin typeface="Century Gothic"/>
                <a:ea typeface="Century Gothic"/>
                <a:cs typeface="Century Gothic"/>
              </a:defRPr>
            </a:lvl6pPr>
            <a:lvl7pPr algn="l">
              <a:defRPr sz="1875">
                <a:solidFill>
                  <a:srgbClr val="FFFFFF"/>
                </a:solidFill>
                <a:latin typeface="Century Gothic"/>
                <a:ea typeface="Century Gothic"/>
                <a:cs typeface="Century Gothic"/>
              </a:defRPr>
            </a:lvl7pPr>
            <a:lvl8pPr algn="l">
              <a:defRPr sz="1875">
                <a:solidFill>
                  <a:srgbClr val="FFFFFF"/>
                </a:solidFill>
                <a:latin typeface="Century Gothic"/>
                <a:ea typeface="Century Gothic"/>
                <a:cs typeface="Century Gothic"/>
              </a:defRPr>
            </a:lvl8pPr>
            <a:lvl9pPr algn="l">
              <a:defRPr sz="1875">
                <a:solidFill>
                  <a:srgbClr val="FFFFFF"/>
                </a:solidFill>
                <a:latin typeface="Century Gothic"/>
                <a:ea typeface="Century Gothic"/>
                <a:cs typeface="Century Gothic"/>
              </a:defRPr>
            </a:lvl9pPr>
          </a:lstStyle>
          <a:p>
            <a:pPr algn="l">
              <a:defRPr sz="1875">
                <a:solidFill>
                  <a:srgbClr val="FFFFFF"/>
                </a:solidFill>
                <a:latin typeface="Century Gothic"/>
                <a:ea typeface="Century Gothic"/>
                <a:cs typeface="Century Gothic"/>
              </a:defRPr>
            </a:pPr>
            <a:r>
              <a:rPr sz="1875" dirty="0">
                <a:solidFill>
                  <a:srgbClr val="FFFFFF"/>
                </a:solidFill>
                <a:latin typeface="Century Gothic"/>
                <a:ea typeface="Century Gothic"/>
                <a:cs typeface="Century Gothic"/>
              </a:rPr>
              <a:t>Security Policy Presentation</a:t>
            </a:r>
          </a:p>
          <a:p>
            <a:pPr algn="l">
              <a:defRPr sz="1875">
                <a:solidFill>
                  <a:srgbClr val="FFFFFF"/>
                </a:solidFill>
                <a:latin typeface="Century Gothic"/>
                <a:ea typeface="Century Gothic"/>
                <a:cs typeface="Century Gothic"/>
              </a:defRPr>
            </a:pPr>
            <a:r>
              <a:rPr sz="1875" dirty="0">
                <a:solidFill>
                  <a:srgbClr val="FFFFFF"/>
                </a:solidFill>
                <a:latin typeface="Century Gothic"/>
                <a:ea typeface="Century Gothic"/>
                <a:cs typeface="Century Gothic"/>
              </a:rPr>
              <a:t>Joshua Kelly</a:t>
            </a:r>
          </a:p>
          <a:p>
            <a:pPr algn="l">
              <a:defRPr sz="1875">
                <a:solidFill>
                  <a:srgbClr val="FFFFFF"/>
                </a:solidFill>
                <a:latin typeface="Century Gothic"/>
                <a:ea typeface="Century Gothic"/>
                <a:cs typeface="Century Gothic"/>
              </a:defRPr>
            </a:pPr>
            <a:r>
              <a:rPr sz="1875" dirty="0">
                <a:solidFill>
                  <a:srgbClr val="FFFFFF"/>
                </a:solidFill>
                <a:latin typeface="Century Gothic"/>
                <a:ea typeface="Century Gothic"/>
                <a:cs typeface="Century Gothic"/>
              </a:rPr>
              <a:t>CS 405 Project Two</a:t>
            </a:r>
          </a:p>
          <a:p>
            <a:pPr algn="l">
              <a:defRPr sz="1875">
                <a:solidFill>
                  <a:srgbClr val="FFFFFF"/>
                </a:solidFill>
                <a:latin typeface="Century Gothic"/>
                <a:ea typeface="Century Gothic"/>
                <a:cs typeface="Century Gothic"/>
              </a:defRPr>
            </a:pPr>
            <a:r>
              <a:rPr sz="1875" dirty="0">
                <a:solidFill>
                  <a:srgbClr val="FFFFFF"/>
                </a:solidFill>
                <a:latin typeface="Century Gothic"/>
                <a:ea typeface="Century Gothic"/>
                <a:cs typeface="Century Gothic"/>
              </a:rPr>
              <a:t>October 18, 2026</a:t>
            </a:r>
          </a:p>
        </p:txBody>
      </p:sp>
      <p:pic>
        <p:nvPicPr>
          <p:cNvPr id="4" name="Audio 3">
            <a:extLst>
              <a:ext uri="{FF2B5EF4-FFF2-40B4-BE49-F238E27FC236}">
                <a16:creationId xmlns:a16="http://schemas.microsoft.com/office/drawing/2014/main" id="{5994F5AD-AE6D-CF99-DDFA-B985138F456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650479176"/>
      </p:ext>
    </p:extLst>
  </p:cSld>
  <p:clrMapOvr>
    <a:masterClrMapping/>
  </p:clrMapOvr>
  <mc:AlternateContent xmlns:mc="http://schemas.openxmlformats.org/markup-compatibility/2006" xmlns:p14="http://schemas.microsoft.com/office/powerpoint/2010/main">
    <mc:Choice Requires="p14">
      <p:transition spd="slow" p14:dur="2000" advTm="38357"/>
    </mc:Choice>
    <mc:Fallback xmlns="">
      <p:transition spd="slow" advTm="383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51;p3">
            <a:extLst>
              <a:ext uri="{FF2B5EF4-FFF2-40B4-BE49-F238E27FC236}">
                <a16:creationId xmlns:a16="http://schemas.microsoft.com/office/drawing/2014/main" id="{DEE9F5E5-6819-409F-9563-739C24E94802}"/>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dirty="0">
                <a:solidFill>
                  <a:srgbClr val="FFFFFF"/>
                </a:solidFill>
                <a:latin typeface="Century Gothic"/>
                <a:ea typeface="Century Gothic"/>
                <a:cs typeface="Century Gothic"/>
              </a:rPr>
              <a:t>DEFENSE IN DEPTH</a:t>
            </a:r>
            <a:endParaRPr dirty="0"/>
          </a:p>
        </p:txBody>
      </p:sp>
      <p:pic>
        <p:nvPicPr>
          <p:cNvPr id="153" name="Google Shape;153;p3">
            <a:extLst>
              <a:ext uri="{FF2B5EF4-FFF2-40B4-BE49-F238E27FC236}">
                <a16:creationId xmlns:a16="http://schemas.microsoft.com/office/drawing/2014/main" id="{F8D34AF2-468B-440A-A391-1A81A8028FDE}"/>
              </a:ext>
            </a:extLst>
          </p:cNvPr>
          <p:cNvPicPr>
            <a:picLocks noChangeAspect="1"/>
          </p:cNvPicPr>
          <p:nvPr/>
        </p:nvPicPr>
        <p:blipFill rotWithShape="1">
          <a:blip r:embed="rId5">
            <a:alphaModFix/>
          </a:blip>
          <a:srcRect/>
          <a:stretch/>
        </p:blipFill>
        <p:spPr>
          <a:xfrm>
            <a:off x="3143250" y="3333750"/>
            <a:ext cx="5619750" cy="3305175"/>
          </a:xfrm>
          <a:prstGeom prst="rect">
            <a:avLst/>
          </a:prstGeom>
          <a:ln>
            <a:noFill/>
          </a:ln>
        </p:spPr>
      </p:pic>
      <p:pic>
        <p:nvPicPr>
          <p:cNvPr id="154" name="Google Shape;154;p3">
            <a:extLst>
              <a:ext uri="{FF2B5EF4-FFF2-40B4-BE49-F238E27FC236}">
                <a16:creationId xmlns:a16="http://schemas.microsoft.com/office/drawing/2014/main" id="{44602108-A9F3-4923-A03E-4972BA129C9C}"/>
              </a:ext>
            </a:extLst>
          </p:cNvPr>
          <p:cNvPicPr>
            <a:picLocks noChangeAspect="1"/>
          </p:cNvPicPr>
          <p:nvPr/>
        </p:nvPicPr>
        <p:blipFill>
          <a:blip r:embed="rId6">
            <a:alphaModFix/>
          </a:blip>
          <a:stretch>
            <a:fillRect/>
          </a:stretch>
        </p:blipFill>
        <p:spPr>
          <a:xfrm>
            <a:off x="11084074" y="5440526"/>
            <a:ext cx="886601" cy="1149225"/>
          </a:xfrm>
          <a:prstGeom prst="rect">
            <a:avLst/>
          </a:prstGeom>
          <a:ln>
            <a:noFill/>
          </a:ln>
        </p:spPr>
      </p:pic>
      <p:sp>
        <p:nvSpPr>
          <p:cNvPr id="155" name="Rectangle 154">
            <a:extLst>
              <a:ext uri="{FF2B5EF4-FFF2-40B4-BE49-F238E27FC236}">
                <a16:creationId xmlns:a16="http://schemas.microsoft.com/office/drawing/2014/main" id="{9ACA0E50-0354-42AB-A8CA-C79226CA4ABC}"/>
              </a:ext>
            </a:extLst>
          </p:cNvPr>
          <p:cNvSpPr>
            <a:spLocks noGrp="1"/>
          </p:cNvSpPr>
          <p:nvPr/>
        </p:nvSpPr>
        <p:spPr>
          <a:xfrm>
            <a:off x="685800" y="2095500"/>
            <a:ext cx="10191750" cy="1095375"/>
          </a:xfrm>
          <a:prstGeom prst="rect">
            <a:avLst/>
          </a:prstGeom>
          <a:noFill/>
          <a:ln w="0">
            <a:noFill/>
          </a:ln>
        </p:spPr>
        <p:txBody>
          <a:bodyPr anchor="ctr"/>
          <a:lstStyle>
            <a:defPPr algn="l">
              <a:defRPr sz="1875">
                <a:solidFill>
                  <a:srgbClr val="FFFFFF"/>
                </a:solidFill>
                <a:latin typeface="Century Gothic"/>
                <a:ea typeface="Century Gothic"/>
                <a:cs typeface="Century Gothic"/>
              </a:defRPr>
            </a:defPPr>
            <a:lvl1pPr algn="l">
              <a:defRPr sz="1875">
                <a:solidFill>
                  <a:srgbClr val="FFFFFF"/>
                </a:solidFill>
                <a:latin typeface="Century Gothic"/>
                <a:ea typeface="Century Gothic"/>
                <a:cs typeface="Century Gothic"/>
              </a:defRPr>
            </a:lvl1pPr>
            <a:lvl2pPr algn="l">
              <a:defRPr sz="1875">
                <a:solidFill>
                  <a:srgbClr val="FFFFFF"/>
                </a:solidFill>
                <a:latin typeface="Century Gothic"/>
                <a:ea typeface="Century Gothic"/>
                <a:cs typeface="Century Gothic"/>
              </a:defRPr>
            </a:lvl2pPr>
            <a:lvl3pPr algn="l">
              <a:defRPr sz="1875">
                <a:solidFill>
                  <a:srgbClr val="FFFFFF"/>
                </a:solidFill>
                <a:latin typeface="Century Gothic"/>
                <a:ea typeface="Century Gothic"/>
                <a:cs typeface="Century Gothic"/>
              </a:defRPr>
            </a:lvl3pPr>
            <a:lvl4pPr algn="l">
              <a:defRPr sz="1875">
                <a:solidFill>
                  <a:srgbClr val="FFFFFF"/>
                </a:solidFill>
                <a:latin typeface="Century Gothic"/>
                <a:ea typeface="Century Gothic"/>
                <a:cs typeface="Century Gothic"/>
              </a:defRPr>
            </a:lvl4pPr>
            <a:lvl5pPr algn="l">
              <a:defRPr sz="1875">
                <a:solidFill>
                  <a:srgbClr val="FFFFFF"/>
                </a:solidFill>
                <a:latin typeface="Century Gothic"/>
                <a:ea typeface="Century Gothic"/>
                <a:cs typeface="Century Gothic"/>
              </a:defRPr>
            </a:lvl5pPr>
            <a:lvl6pPr algn="l">
              <a:defRPr sz="1875">
                <a:solidFill>
                  <a:srgbClr val="FFFFFF"/>
                </a:solidFill>
                <a:latin typeface="Century Gothic"/>
                <a:ea typeface="Century Gothic"/>
                <a:cs typeface="Century Gothic"/>
              </a:defRPr>
            </a:lvl6pPr>
            <a:lvl7pPr algn="l">
              <a:defRPr sz="1875">
                <a:solidFill>
                  <a:srgbClr val="FFFFFF"/>
                </a:solidFill>
                <a:latin typeface="Century Gothic"/>
                <a:ea typeface="Century Gothic"/>
                <a:cs typeface="Century Gothic"/>
              </a:defRPr>
            </a:lvl7pPr>
            <a:lvl8pPr algn="l">
              <a:defRPr sz="1875">
                <a:solidFill>
                  <a:srgbClr val="FFFFFF"/>
                </a:solidFill>
                <a:latin typeface="Century Gothic"/>
                <a:ea typeface="Century Gothic"/>
                <a:cs typeface="Century Gothic"/>
              </a:defRPr>
            </a:lvl8pPr>
            <a:lvl9pPr algn="l">
              <a:defRPr sz="1875">
                <a:solidFill>
                  <a:srgbClr val="FFFFFF"/>
                </a:solidFill>
                <a:latin typeface="Century Gothic"/>
                <a:ea typeface="Century Gothic"/>
                <a:cs typeface="Century Gothic"/>
              </a:defRPr>
            </a:lvl9pPr>
          </a:lstStyle>
          <a:p>
            <a:pPr algn="l">
              <a:defRPr sz="1875">
                <a:solidFill>
                  <a:srgbClr val="FFFFFF"/>
                </a:solidFill>
                <a:latin typeface="Century Gothic"/>
                <a:ea typeface="Century Gothic"/>
                <a:cs typeface="Century Gothic"/>
              </a:defRPr>
            </a:pPr>
            <a:r>
              <a:rPr sz="1875">
                <a:solidFill>
                  <a:srgbClr val="FFFFFF"/>
                </a:solidFill>
                <a:latin typeface="Century Gothic"/>
                <a:ea typeface="Century Gothic"/>
                <a:cs typeface="Century Gothic"/>
              </a:rPr>
              <a:t>The policy covers everyone who builds or supports software</a:t>
            </a:r>
          </a:p>
          <a:p>
            <a:pPr algn="l">
              <a:defRPr sz="1875">
                <a:solidFill>
                  <a:srgbClr val="FFFFFF"/>
                </a:solidFill>
                <a:latin typeface="Century Gothic"/>
                <a:ea typeface="Century Gothic"/>
                <a:cs typeface="Century Gothic"/>
              </a:defRPr>
            </a:pPr>
            <a:r>
              <a:rPr sz="1875">
                <a:solidFill>
                  <a:srgbClr val="FFFFFF"/>
                </a:solidFill>
                <a:latin typeface="Century Gothic"/>
                <a:ea typeface="Century Gothic"/>
                <a:cs typeface="Century Gothic"/>
              </a:rPr>
              <a:t>Protection includes secure code, access controls, and encryption</a:t>
            </a:r>
          </a:p>
          <a:p>
            <a:pPr algn="l">
              <a:defRPr sz="1875">
                <a:solidFill>
                  <a:srgbClr val="FFFFFF"/>
                </a:solidFill>
                <a:latin typeface="Century Gothic"/>
                <a:ea typeface="Century Gothic"/>
                <a:cs typeface="Century Gothic"/>
              </a:defRPr>
            </a:pPr>
            <a:r>
              <a:rPr sz="1875">
                <a:solidFill>
                  <a:srgbClr val="FFFFFF"/>
                </a:solidFill>
                <a:latin typeface="Century Gothic"/>
                <a:ea typeface="Century Gothic"/>
                <a:cs typeface="Century Gothic"/>
              </a:rPr>
              <a:t>Testing and monitoring help when another protection fails</a:t>
            </a:r>
          </a:p>
        </p:txBody>
      </p:sp>
      <p:pic>
        <p:nvPicPr>
          <p:cNvPr id="9" name="Audio 8">
            <a:extLst>
              <a:ext uri="{FF2B5EF4-FFF2-40B4-BE49-F238E27FC236}">
                <a16:creationId xmlns:a16="http://schemas.microsoft.com/office/drawing/2014/main" id="{9E591BC2-B530-86CE-FA21-27F2B14F70B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48190534"/>
      </p:ext>
    </p:extLst>
  </p:cSld>
  <p:clrMapOvr>
    <a:masterClrMapping/>
  </p:clrMapOvr>
  <mc:AlternateContent xmlns:mc="http://schemas.openxmlformats.org/markup-compatibility/2006" xmlns:p14="http://schemas.microsoft.com/office/powerpoint/2010/main">
    <mc:Choice Requires="p14">
      <p:transition spd="slow" p14:dur="2000" advTm="59402"/>
    </mc:Choice>
    <mc:Fallback xmlns="">
      <p:transition spd="slow" advTm="594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Google Shape;159;p4">
            <a:extLst>
              <a:ext uri="{FF2B5EF4-FFF2-40B4-BE49-F238E27FC236}">
                <a16:creationId xmlns:a16="http://schemas.microsoft.com/office/drawing/2014/main" id="{916BB973-D5D8-40BB-8E2B-F88D5EA75770}"/>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dirty="0">
                <a:solidFill>
                  <a:srgbClr val="FFFFFF"/>
                </a:solidFill>
                <a:latin typeface="Century Gothic"/>
                <a:ea typeface="Century Gothic"/>
                <a:cs typeface="Century Gothic"/>
              </a:rPr>
              <a:t>THREATS MATRIX</a:t>
            </a:r>
            <a:endParaRPr dirty="0"/>
          </a:p>
        </p:txBody>
      </p:sp>
      <p:pic>
        <p:nvPicPr>
          <p:cNvPr id="162" name="Google Shape;162;p4">
            <a:extLst>
              <a:ext uri="{FF2B5EF4-FFF2-40B4-BE49-F238E27FC236}">
                <a16:creationId xmlns:a16="http://schemas.microsoft.com/office/drawing/2014/main" id="{222AC96F-D51C-44BC-8AAF-2CB6E5EDB0E3}"/>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graphicFrame>
        <p:nvGraphicFramePr>
          <p:cNvPr id="163" name="Table 162">
            <a:extLst>
              <a:ext uri="{FF2B5EF4-FFF2-40B4-BE49-F238E27FC236}">
                <a16:creationId xmlns:a16="http://schemas.microsoft.com/office/drawing/2014/main" id="{2CCD23BF-7701-4DC7-B0F6-4FB56E367854}"/>
              </a:ext>
            </a:extLst>
          </p:cNvPr>
          <p:cNvGraphicFramePr/>
          <p:nvPr/>
        </p:nvGraphicFramePr>
        <p:xfrm>
          <a:off x="685800" y="2238375"/>
          <a:ext cx="10382250" cy="3476624"/>
        </p:xfrm>
        <a:graphic>
          <a:graphicData uri="http://schemas.openxmlformats.org/drawingml/2006/table">
            <a:tbl>
              <a:tblPr/>
              <a:tblGrid>
                <a:gridCol w="4286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tblGrid>
              <a:tr h="434578">
                <a:tc>
                  <a:txBody>
                    <a:bodyPr/>
                    <a:lstStyle/>
                    <a:p>
                      <a:r>
                        <a:rPr sz="1650" b="1">
                          <a:solidFill>
                            <a:srgbClr val="FFFFFF"/>
                          </a:solidFill>
                          <a:latin typeface="Century Gothic"/>
                          <a:ea typeface="Century Gothic"/>
                          <a:cs typeface="Century Gothic"/>
                        </a:rPr>
                        <a:t>Coding / system rules</a:t>
                      </a:r>
                    </a:p>
                  </a:txBody>
                  <a:tcPr>
                    <a:lnL w="6668">
                      <a:solidFill>
                        <a:srgbClr val="60874D"/>
                      </a:solidFill>
                      <a:prstDash val="soli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650" b="1">
                          <a:solidFill>
                            <a:srgbClr val="FFFFFF"/>
                          </a:solidFill>
                          <a:latin typeface="Century Gothic"/>
                          <a:ea typeface="Century Gothic"/>
                          <a:cs typeface="Century Gothic"/>
                        </a:rPr>
                        <a:t>Severity</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650" b="1">
                          <a:solidFill>
                            <a:srgbClr val="FFFFFF"/>
                          </a:solidFill>
                          <a:latin typeface="Century Gothic"/>
                          <a:ea typeface="Century Gothic"/>
                          <a:cs typeface="Century Gothic"/>
                        </a:rPr>
                        <a:t>Likelihood</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650" b="1">
                          <a:solidFill>
                            <a:srgbClr val="FFFFFF"/>
                          </a:solidFill>
                          <a:latin typeface="Century Gothic"/>
                          <a:ea typeface="Century Gothic"/>
                          <a:cs typeface="Century Gothic"/>
                        </a:rPr>
                        <a:t>Cost</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650" b="1">
                          <a:solidFill>
                            <a:srgbClr val="FFFFFF"/>
                          </a:solidFill>
                          <a:latin typeface="Century Gothic"/>
                          <a:ea typeface="Century Gothic"/>
                          <a:cs typeface="Century Gothic"/>
                        </a:rPr>
                        <a:t>Priority</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650" b="1">
                          <a:solidFill>
                            <a:srgbClr val="FFFFFF"/>
                          </a:solidFill>
                          <a:latin typeface="Century Gothic"/>
                          <a:ea typeface="Century Gothic"/>
                          <a:cs typeface="Century Gothic"/>
                        </a:rPr>
                        <a:t>Level</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extLst>
                  <a:ext uri="{0D108BD9-81ED-4DB2-BD59-A6C34878D82A}">
                    <a16:rowId xmlns:a16="http://schemas.microsoft.com/office/drawing/2014/main" val="10000"/>
                  </a:ext>
                </a:extLst>
              </a:tr>
              <a:tr h="434578">
                <a:tc>
                  <a:txBody>
                    <a:bodyPr/>
                    <a:lstStyle/>
                    <a:p>
                      <a:r>
                        <a:rPr sz="1650" b="0">
                          <a:solidFill>
                            <a:srgbClr val="FFFFFF"/>
                          </a:solidFill>
                          <a:latin typeface="Century Gothic"/>
                          <a:ea typeface="Century Gothic"/>
                          <a:cs typeface="Century Gothic"/>
                        </a:rPr>
                        <a:t>STD 002, 004; SYS 002, 004</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5</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1"/>
                  </a:ext>
                </a:extLst>
              </a:tr>
              <a:tr h="434578">
                <a:tc>
                  <a:txBody>
                    <a:bodyPr/>
                    <a:lstStyle/>
                    <a:p>
                      <a:r>
                        <a:rPr sz="1650" b="0">
                          <a:solidFill>
                            <a:srgbClr val="FFFFFF"/>
                          </a:solidFill>
                          <a:latin typeface="Century Gothic"/>
                          <a:ea typeface="Century Gothic"/>
                          <a:cs typeface="Century Gothic"/>
                        </a:rPr>
                        <a:t>STD 003, 005, 010; SYS 005</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5</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2"/>
                  </a:ext>
                </a:extLst>
              </a:tr>
              <a:tr h="434578">
                <a:tc>
                  <a:txBody>
                    <a:bodyPr/>
                    <a:lstStyle/>
                    <a:p>
                      <a:r>
                        <a:rPr sz="1650" b="0">
                          <a:solidFill>
                            <a:srgbClr val="FFFFFF"/>
                          </a:solidFill>
                          <a:latin typeface="Century Gothic"/>
                          <a:ea typeface="Century Gothic"/>
                          <a:cs typeface="Century Gothic"/>
                        </a:rPr>
                        <a:t>STD 001, 008, 009; SYS 001</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4</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3"/>
                  </a:ext>
                </a:extLst>
              </a:tr>
              <a:tr h="434578">
                <a:tc>
                  <a:txBody>
                    <a:bodyPr/>
                    <a:lstStyle/>
                    <a:p>
                      <a:r>
                        <a:rPr sz="1650" b="0">
                          <a:solidFill>
                            <a:srgbClr val="FFFFFF"/>
                          </a:solidFill>
                          <a:latin typeface="Century Gothic"/>
                          <a:ea typeface="Century Gothic"/>
                          <a:cs typeface="Century Gothic"/>
                        </a:rPr>
                        <a:t>SYS 003: in-use encryption</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4</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4"/>
                  </a:ext>
                </a:extLst>
              </a:tr>
              <a:tr h="434578">
                <a:tc>
                  <a:txBody>
                    <a:bodyPr/>
                    <a:lstStyle/>
                    <a:p>
                      <a:r>
                        <a:rPr sz="1650" b="0">
                          <a:solidFill>
                            <a:srgbClr val="FFFFFF"/>
                          </a:solidFill>
                          <a:latin typeface="Century Gothic"/>
                          <a:ea typeface="Century Gothic"/>
                          <a:cs typeface="Century Gothic"/>
                        </a:rPr>
                        <a:t>SYS 006: accounting</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4</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5"/>
                  </a:ext>
                </a:extLst>
              </a:tr>
              <a:tr h="434578">
                <a:tc>
                  <a:txBody>
                    <a:bodyPr/>
                    <a:lstStyle/>
                    <a:p>
                      <a:r>
                        <a:rPr sz="1650" b="0">
                          <a:solidFill>
                            <a:srgbClr val="FFFFFF"/>
                          </a:solidFill>
                          <a:latin typeface="Century Gothic"/>
                          <a:ea typeface="Century Gothic"/>
                          <a:cs typeface="Century Gothic"/>
                        </a:rPr>
                        <a:t>STD 006: assertions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3</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6"/>
                  </a:ext>
                </a:extLst>
              </a:tr>
              <a:tr h="434578">
                <a:tc>
                  <a:txBody>
                    <a:bodyPr/>
                    <a:lstStyle/>
                    <a:p>
                      <a:r>
                        <a:rPr sz="1650" b="0">
                          <a:solidFill>
                            <a:srgbClr val="FFFFFF"/>
                          </a:solidFill>
                          <a:latin typeface="Century Gothic"/>
                          <a:ea typeface="Century Gothic"/>
                          <a:cs typeface="Century Gothic"/>
                        </a:rPr>
                        <a:t>STD 007: exceptions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Low</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Low</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Low</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650" b="0">
                          <a:solidFill>
                            <a:srgbClr val="FFFFFF"/>
                          </a:solidFill>
                          <a:latin typeface="Century Gothic"/>
                          <a:ea typeface="Century Gothic"/>
                          <a:cs typeface="Century Gothic"/>
                        </a:rPr>
                        <a:t>2</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7"/>
                  </a:ext>
                </a:extLst>
              </a:tr>
            </a:tbl>
          </a:graphicData>
        </a:graphic>
      </p:graphicFrame>
      <p:sp>
        <p:nvSpPr>
          <p:cNvPr id="164" name="Rectangle 163">
            <a:extLst>
              <a:ext uri="{FF2B5EF4-FFF2-40B4-BE49-F238E27FC236}">
                <a16:creationId xmlns:a16="http://schemas.microsoft.com/office/drawing/2014/main" id="{FA596A52-FBF7-4BF7-B1DF-2ACC201A288B}"/>
              </a:ext>
            </a:extLst>
          </p:cNvPr>
          <p:cNvSpPr>
            <a:spLocks noGrp="1"/>
          </p:cNvSpPr>
          <p:nvPr/>
        </p:nvSpPr>
        <p:spPr>
          <a:xfrm>
            <a:off x="685800" y="5857875"/>
            <a:ext cx="10096500" cy="476250"/>
          </a:xfrm>
          <a:prstGeom prst="rect">
            <a:avLst/>
          </a:prstGeom>
          <a:noFill/>
          <a:ln w="0">
            <a:noFill/>
          </a:ln>
        </p:spPr>
        <p:txBody>
          <a:bodyPr anchor="ctr"/>
          <a:lstStyle>
            <a:defPPr algn="l">
              <a:defRPr sz="1575">
                <a:solidFill>
                  <a:srgbClr val="FFFFFF"/>
                </a:solidFill>
                <a:latin typeface="Century Gothic"/>
                <a:ea typeface="Century Gothic"/>
                <a:cs typeface="Century Gothic"/>
              </a:defRPr>
            </a:defPPr>
            <a:lvl1pPr algn="l">
              <a:defRPr sz="1575">
                <a:solidFill>
                  <a:srgbClr val="FFFFFF"/>
                </a:solidFill>
                <a:latin typeface="Century Gothic"/>
                <a:ea typeface="Century Gothic"/>
                <a:cs typeface="Century Gothic"/>
              </a:defRPr>
            </a:lvl1pPr>
            <a:lvl2pPr algn="l">
              <a:defRPr sz="1575">
                <a:solidFill>
                  <a:srgbClr val="FFFFFF"/>
                </a:solidFill>
                <a:latin typeface="Century Gothic"/>
                <a:ea typeface="Century Gothic"/>
                <a:cs typeface="Century Gothic"/>
              </a:defRPr>
            </a:lvl2pPr>
            <a:lvl3pPr algn="l">
              <a:defRPr sz="1575">
                <a:solidFill>
                  <a:srgbClr val="FFFFFF"/>
                </a:solidFill>
                <a:latin typeface="Century Gothic"/>
                <a:ea typeface="Century Gothic"/>
                <a:cs typeface="Century Gothic"/>
              </a:defRPr>
            </a:lvl3pPr>
            <a:lvl4pPr algn="l">
              <a:defRPr sz="1575">
                <a:solidFill>
                  <a:srgbClr val="FFFFFF"/>
                </a:solidFill>
                <a:latin typeface="Century Gothic"/>
                <a:ea typeface="Century Gothic"/>
                <a:cs typeface="Century Gothic"/>
              </a:defRPr>
            </a:lvl4pPr>
            <a:lvl5pPr algn="l">
              <a:defRPr sz="1575">
                <a:solidFill>
                  <a:srgbClr val="FFFFFF"/>
                </a:solidFill>
                <a:latin typeface="Century Gothic"/>
                <a:ea typeface="Century Gothic"/>
                <a:cs typeface="Century Gothic"/>
              </a:defRPr>
            </a:lvl5pPr>
            <a:lvl6pPr algn="l">
              <a:defRPr sz="1575">
                <a:solidFill>
                  <a:srgbClr val="FFFFFF"/>
                </a:solidFill>
                <a:latin typeface="Century Gothic"/>
                <a:ea typeface="Century Gothic"/>
                <a:cs typeface="Century Gothic"/>
              </a:defRPr>
            </a:lvl6pPr>
            <a:lvl7pPr algn="l">
              <a:defRPr sz="1575">
                <a:solidFill>
                  <a:srgbClr val="FFFFFF"/>
                </a:solidFill>
                <a:latin typeface="Century Gothic"/>
                <a:ea typeface="Century Gothic"/>
                <a:cs typeface="Century Gothic"/>
              </a:defRPr>
            </a:lvl7pPr>
            <a:lvl8pPr algn="l">
              <a:defRPr sz="1575">
                <a:solidFill>
                  <a:srgbClr val="FFFFFF"/>
                </a:solidFill>
                <a:latin typeface="Century Gothic"/>
                <a:ea typeface="Century Gothic"/>
                <a:cs typeface="Century Gothic"/>
              </a:defRPr>
            </a:lvl8pPr>
            <a:lvl9pPr algn="l">
              <a:defRPr sz="1575">
                <a:solidFill>
                  <a:srgbClr val="FFFFFF"/>
                </a:solidFill>
                <a:latin typeface="Century Gothic"/>
                <a:ea typeface="Century Gothic"/>
                <a:cs typeface="Century Gothic"/>
              </a:defRPr>
            </a:lvl9pPr>
          </a:lstStyle>
          <a:p>
            <a:pPr algn="l">
              <a:defRPr sz="1575">
                <a:solidFill>
                  <a:srgbClr val="FFFFFF"/>
                </a:solidFill>
                <a:latin typeface="Century Gothic"/>
                <a:ea typeface="Century Gothic"/>
                <a:cs typeface="Century Gothic"/>
              </a:defRPr>
            </a:pPr>
            <a:r>
              <a:rPr sz="1575" dirty="0">
                <a:solidFill>
                  <a:srgbClr val="FFFFFF"/>
                </a:solidFill>
                <a:latin typeface="Century Gothic"/>
                <a:ea typeface="Century Gothic"/>
                <a:cs typeface="Century Gothic"/>
              </a:rPr>
              <a:t>Project One rates threats from 1 to 5. Level 5 is the highest. All 16 ratings are shown.</a:t>
            </a:r>
          </a:p>
        </p:txBody>
      </p:sp>
      <p:pic>
        <p:nvPicPr>
          <p:cNvPr id="17" name="Audio 16">
            <a:extLst>
              <a:ext uri="{FF2B5EF4-FFF2-40B4-BE49-F238E27FC236}">
                <a16:creationId xmlns:a16="http://schemas.microsoft.com/office/drawing/2014/main" id="{B9435B29-584E-3CD8-9A46-7BFCA36DF64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5940975"/>
      </p:ext>
    </p:extLst>
  </p:cSld>
  <p:clrMapOvr>
    <a:masterClrMapping/>
  </p:clrMapOvr>
  <mc:AlternateContent xmlns:mc="http://schemas.openxmlformats.org/markup-compatibility/2006" xmlns:p14="http://schemas.microsoft.com/office/powerpoint/2010/main">
    <mc:Choice Requires="p14">
      <p:transition spd="slow" p14:dur="2000" advTm="76117"/>
    </mc:Choice>
    <mc:Fallback xmlns="">
      <p:transition spd="slow" advTm="761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Google Shape;167;p5">
            <a:extLst>
              <a:ext uri="{FF2B5EF4-FFF2-40B4-BE49-F238E27FC236}">
                <a16:creationId xmlns:a16="http://schemas.microsoft.com/office/drawing/2014/main" id="{59E9FFED-EFCC-475F-A13F-1723B275D770}"/>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10 PRINCIPLES</a:t>
            </a:r>
            <a:endParaRPr/>
          </a:p>
        </p:txBody>
      </p:sp>
      <p:pic>
        <p:nvPicPr>
          <p:cNvPr id="169" name="Google Shape;169;p5">
            <a:extLst>
              <a:ext uri="{FF2B5EF4-FFF2-40B4-BE49-F238E27FC236}">
                <a16:creationId xmlns:a16="http://schemas.microsoft.com/office/drawing/2014/main" id="{864A3F54-EB09-46E8-B53A-81C32A45880F}"/>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graphicFrame>
        <p:nvGraphicFramePr>
          <p:cNvPr id="170" name="Table 169">
            <a:extLst>
              <a:ext uri="{FF2B5EF4-FFF2-40B4-BE49-F238E27FC236}">
                <a16:creationId xmlns:a16="http://schemas.microsoft.com/office/drawing/2014/main" id="{1C88DE12-67A8-4D16-9743-0D8497BC44AF}"/>
              </a:ext>
            </a:extLst>
          </p:cNvPr>
          <p:cNvGraphicFramePr/>
          <p:nvPr/>
        </p:nvGraphicFramePr>
        <p:xfrm>
          <a:off x="685800" y="2143125"/>
          <a:ext cx="10382250" cy="4000502"/>
        </p:xfrm>
        <a:graphic>
          <a:graphicData uri="http://schemas.openxmlformats.org/drawingml/2006/table">
            <a:tbl>
              <a:tblPr/>
              <a:tblGrid>
                <a:gridCol w="5953125">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tblGrid>
              <a:tr h="363682">
                <a:tc>
                  <a:txBody>
                    <a:bodyPr/>
                    <a:lstStyle/>
                    <a:p>
                      <a:r>
                        <a:rPr sz="1575" b="1">
                          <a:solidFill>
                            <a:srgbClr val="FFFFFF"/>
                          </a:solidFill>
                          <a:latin typeface="Century Gothic"/>
                          <a:ea typeface="Century Gothic"/>
                          <a:cs typeface="Century Gothic"/>
                        </a:rPr>
                        <a:t>Security principle</a:t>
                      </a:r>
                    </a:p>
                  </a:txBody>
                  <a:tcPr>
                    <a:lnL w="6668">
                      <a:solidFill>
                        <a:srgbClr val="60874D"/>
                      </a:solidFill>
                      <a:prstDash val="soli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575" b="1">
                          <a:solidFill>
                            <a:srgbClr val="FFFFFF"/>
                          </a:solidFill>
                          <a:latin typeface="Century Gothic"/>
                          <a:ea typeface="Century Gothic"/>
                          <a:cs typeface="Century Gothic"/>
                        </a:rPr>
                        <a:t>Related policy standards</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extLst>
                  <a:ext uri="{0D108BD9-81ED-4DB2-BD59-A6C34878D82A}">
                    <a16:rowId xmlns:a16="http://schemas.microsoft.com/office/drawing/2014/main" val="10000"/>
                  </a:ext>
                </a:extLst>
              </a:tr>
              <a:tr h="363682">
                <a:tc>
                  <a:txBody>
                    <a:bodyPr/>
                    <a:lstStyle/>
                    <a:p>
                      <a:r>
                        <a:rPr sz="1575" b="0">
                          <a:solidFill>
                            <a:srgbClr val="FFFFFF"/>
                          </a:solidFill>
                          <a:latin typeface="Century Gothic"/>
                          <a:ea typeface="Century Gothic"/>
                          <a:cs typeface="Century Gothic"/>
                        </a:rPr>
                        <a:t>1  Validate input data</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STD 1, 2, 3, 4, 6, 8, 10</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1"/>
                  </a:ext>
                </a:extLst>
              </a:tr>
              <a:tr h="363682">
                <a:tc>
                  <a:txBody>
                    <a:bodyPr/>
                    <a:lstStyle/>
                    <a:p>
                      <a:r>
                        <a:rPr sz="1575" b="0">
                          <a:solidFill>
                            <a:srgbClr val="FFFFFF"/>
                          </a:solidFill>
                          <a:latin typeface="Century Gothic"/>
                          <a:ea typeface="Century Gothic"/>
                          <a:cs typeface="Century Gothic"/>
                        </a:rPr>
                        <a:t>2  Address compiler warnings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STD 1, 5, 8, 9, 10</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2"/>
                  </a:ext>
                </a:extLst>
              </a:tr>
              <a:tr h="363682">
                <a:tc>
                  <a:txBody>
                    <a:bodyPr/>
                    <a:lstStyle/>
                    <a:p>
                      <a:r>
                        <a:rPr sz="1575" b="0">
                          <a:solidFill>
                            <a:srgbClr val="FFFFFF"/>
                          </a:solidFill>
                          <a:latin typeface="Century Gothic"/>
                          <a:ea typeface="Century Gothic"/>
                          <a:cs typeface="Century Gothic"/>
                        </a:rPr>
                        <a:t>3  Include security in the design</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No coding rule listed; SYS 1–6</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3"/>
                  </a:ext>
                </a:extLst>
              </a:tr>
              <a:tr h="363682">
                <a:tc>
                  <a:txBody>
                    <a:bodyPr/>
                    <a:lstStyle/>
                    <a:p>
                      <a:r>
                        <a:rPr sz="1575" b="0">
                          <a:solidFill>
                            <a:srgbClr val="FFFFFF"/>
                          </a:solidFill>
                          <a:latin typeface="Century Gothic"/>
                          <a:ea typeface="Century Gothic"/>
                          <a:cs typeface="Century Gothic"/>
                        </a:rPr>
                        <a:t>4  Keep it simple</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STD 5, 7, 9</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4"/>
                  </a:ext>
                </a:extLst>
              </a:tr>
              <a:tr h="363682">
                <a:tc>
                  <a:txBody>
                    <a:bodyPr/>
                    <a:lstStyle/>
                    <a:p>
                      <a:r>
                        <a:rPr sz="1575" b="0">
                          <a:solidFill>
                            <a:srgbClr val="FFFFFF"/>
                          </a:solidFill>
                          <a:latin typeface="Century Gothic"/>
                          <a:ea typeface="Century Gothic"/>
                          <a:cs typeface="Century Gothic"/>
                        </a:rPr>
                        <a:t>5  Deny access by default</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No coding rule listed; SYS 5</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5"/>
                  </a:ext>
                </a:extLst>
              </a:tr>
              <a:tr h="363682">
                <a:tc>
                  <a:txBody>
                    <a:bodyPr/>
                    <a:lstStyle/>
                    <a:p>
                      <a:r>
                        <a:rPr sz="1575" b="0">
                          <a:solidFill>
                            <a:srgbClr val="FFFFFF"/>
                          </a:solidFill>
                          <a:latin typeface="Century Gothic"/>
                          <a:ea typeface="Century Gothic"/>
                          <a:cs typeface="Century Gothic"/>
                        </a:rPr>
                        <a:t>6  Give only the access needed</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No coding rule listed; SYS 5</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6"/>
                  </a:ext>
                </a:extLst>
              </a:tr>
              <a:tr h="363682">
                <a:tc>
                  <a:txBody>
                    <a:bodyPr/>
                    <a:lstStyle/>
                    <a:p>
                      <a:r>
                        <a:rPr sz="1575" b="0">
                          <a:solidFill>
                            <a:srgbClr val="FFFFFF"/>
                          </a:solidFill>
                          <a:latin typeface="Century Gothic"/>
                          <a:ea typeface="Century Gothic"/>
                          <a:cs typeface="Century Gothic"/>
                        </a:rPr>
                        <a:t>7  Check data sent to other systems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STD 3, 4</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7"/>
                  </a:ext>
                </a:extLst>
              </a:tr>
              <a:tr h="363682">
                <a:tc>
                  <a:txBody>
                    <a:bodyPr/>
                    <a:lstStyle/>
                    <a:p>
                      <a:r>
                        <a:rPr sz="1575" b="0">
                          <a:solidFill>
                            <a:srgbClr val="FFFFFF"/>
                          </a:solidFill>
                          <a:latin typeface="Century Gothic"/>
                          <a:ea typeface="Century Gothic"/>
                          <a:cs typeface="Century Gothic"/>
                        </a:rPr>
                        <a:t>8  Use multiple security layers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STD 4, 5, 7, 8</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8"/>
                  </a:ext>
                </a:extLst>
              </a:tr>
              <a:tr h="363682">
                <a:tc>
                  <a:txBody>
                    <a:bodyPr/>
                    <a:lstStyle/>
                    <a:p>
                      <a:r>
                        <a:rPr sz="1575" b="0">
                          <a:solidFill>
                            <a:srgbClr val="FFFFFF"/>
                          </a:solidFill>
                          <a:latin typeface="Century Gothic"/>
                          <a:ea typeface="Century Gothic"/>
                          <a:cs typeface="Century Gothic"/>
                        </a:rPr>
                        <a:t>9  Review and test the software</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STD 2–10</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9"/>
                  </a:ext>
                </a:extLst>
              </a:tr>
              <a:tr h="363682">
                <a:tc>
                  <a:txBody>
                    <a:bodyPr/>
                    <a:lstStyle/>
                    <a:p>
                      <a:r>
                        <a:rPr sz="1575" b="0">
                          <a:solidFill>
                            <a:srgbClr val="FFFFFF"/>
                          </a:solidFill>
                          <a:latin typeface="Century Gothic"/>
                          <a:ea typeface="Century Gothic"/>
                          <a:cs typeface="Century Gothic"/>
                        </a:rPr>
                        <a:t>10  Follow a secure coding standard</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STD 1, 2, 4, 6, 7, 9, 10</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10"/>
                  </a:ext>
                </a:extLst>
              </a:tr>
            </a:tbl>
          </a:graphicData>
        </a:graphic>
      </p:graphicFrame>
      <p:sp>
        <p:nvSpPr>
          <p:cNvPr id="171" name="Rectangle 170">
            <a:extLst>
              <a:ext uri="{FF2B5EF4-FFF2-40B4-BE49-F238E27FC236}">
                <a16:creationId xmlns:a16="http://schemas.microsoft.com/office/drawing/2014/main" id="{2DD0AC0C-A724-4A69-888C-077808C9347D}"/>
              </a:ext>
            </a:extLst>
          </p:cNvPr>
          <p:cNvSpPr>
            <a:spLocks noGrp="1"/>
          </p:cNvSpPr>
          <p:nvPr/>
        </p:nvSpPr>
        <p:spPr>
          <a:xfrm>
            <a:off x="685800" y="6191250"/>
            <a:ext cx="10096500" cy="381000"/>
          </a:xfrm>
          <a:prstGeom prst="rect">
            <a:avLst/>
          </a:prstGeom>
          <a:noFill/>
          <a:ln w="0">
            <a:noFill/>
          </a:ln>
        </p:spPr>
        <p:txBody>
          <a:bodyPr anchor="ctr"/>
          <a:lstStyle>
            <a:defPPr algn="l">
              <a:defRPr sz="1350">
                <a:solidFill>
                  <a:srgbClr val="FFFFFF"/>
                </a:solidFill>
                <a:latin typeface="Century Gothic"/>
                <a:ea typeface="Century Gothic"/>
                <a:cs typeface="Century Gothic"/>
              </a:defRPr>
            </a:defPPr>
            <a:lvl1pPr algn="l">
              <a:defRPr sz="1350">
                <a:solidFill>
                  <a:srgbClr val="FFFFFF"/>
                </a:solidFill>
                <a:latin typeface="Century Gothic"/>
                <a:ea typeface="Century Gothic"/>
                <a:cs typeface="Century Gothic"/>
              </a:defRPr>
            </a:lvl1pPr>
            <a:lvl2pPr algn="l">
              <a:defRPr sz="1350">
                <a:solidFill>
                  <a:srgbClr val="FFFFFF"/>
                </a:solidFill>
                <a:latin typeface="Century Gothic"/>
                <a:ea typeface="Century Gothic"/>
                <a:cs typeface="Century Gothic"/>
              </a:defRPr>
            </a:lvl2pPr>
            <a:lvl3pPr algn="l">
              <a:defRPr sz="1350">
                <a:solidFill>
                  <a:srgbClr val="FFFFFF"/>
                </a:solidFill>
                <a:latin typeface="Century Gothic"/>
                <a:ea typeface="Century Gothic"/>
                <a:cs typeface="Century Gothic"/>
              </a:defRPr>
            </a:lvl3pPr>
            <a:lvl4pPr algn="l">
              <a:defRPr sz="1350">
                <a:solidFill>
                  <a:srgbClr val="FFFFFF"/>
                </a:solidFill>
                <a:latin typeface="Century Gothic"/>
                <a:ea typeface="Century Gothic"/>
                <a:cs typeface="Century Gothic"/>
              </a:defRPr>
            </a:lvl4pPr>
            <a:lvl5pPr algn="l">
              <a:defRPr sz="1350">
                <a:solidFill>
                  <a:srgbClr val="FFFFFF"/>
                </a:solidFill>
                <a:latin typeface="Century Gothic"/>
                <a:ea typeface="Century Gothic"/>
                <a:cs typeface="Century Gothic"/>
              </a:defRPr>
            </a:lvl5pPr>
            <a:lvl6pPr algn="l">
              <a:defRPr sz="1350">
                <a:solidFill>
                  <a:srgbClr val="FFFFFF"/>
                </a:solidFill>
                <a:latin typeface="Century Gothic"/>
                <a:ea typeface="Century Gothic"/>
                <a:cs typeface="Century Gothic"/>
              </a:defRPr>
            </a:lvl6pPr>
            <a:lvl7pPr algn="l">
              <a:defRPr sz="1350">
                <a:solidFill>
                  <a:srgbClr val="FFFFFF"/>
                </a:solidFill>
                <a:latin typeface="Century Gothic"/>
                <a:ea typeface="Century Gothic"/>
                <a:cs typeface="Century Gothic"/>
              </a:defRPr>
            </a:lvl7pPr>
            <a:lvl8pPr algn="l">
              <a:defRPr sz="1350">
                <a:solidFill>
                  <a:srgbClr val="FFFFFF"/>
                </a:solidFill>
                <a:latin typeface="Century Gothic"/>
                <a:ea typeface="Century Gothic"/>
                <a:cs typeface="Century Gothic"/>
              </a:defRPr>
            </a:lvl8pPr>
            <a:lvl9pPr algn="l">
              <a:defRPr sz="1350">
                <a:solidFill>
                  <a:srgbClr val="FFFFFF"/>
                </a:solidFill>
                <a:latin typeface="Century Gothic"/>
                <a:ea typeface="Century Gothic"/>
                <a:cs typeface="Century Gothic"/>
              </a:defRPr>
            </a:lvl9pPr>
          </a:lstStyle>
          <a:p>
            <a:pPr algn="l">
              <a:defRPr sz="1350">
                <a:solidFill>
                  <a:srgbClr val="FFFFFF"/>
                </a:solidFill>
                <a:latin typeface="Century Gothic"/>
                <a:ea typeface="Century Gothic"/>
                <a:cs typeface="Century Gothic"/>
              </a:defRPr>
            </a:pPr>
            <a:r>
              <a:rPr sz="1350">
                <a:solidFill>
                  <a:srgbClr val="FFFFFF"/>
                </a:solidFill>
                <a:latin typeface="Century Gothic"/>
                <a:ea typeface="Century Gothic"/>
                <a:cs typeface="Century Gothic"/>
              </a:rPr>
              <a:t>STD 1–10 are the coding standards. Some principles still need matching coding rules.</a:t>
            </a:r>
          </a:p>
        </p:txBody>
      </p:sp>
      <p:pic>
        <p:nvPicPr>
          <p:cNvPr id="25" name="Audio 24">
            <a:extLst>
              <a:ext uri="{FF2B5EF4-FFF2-40B4-BE49-F238E27FC236}">
                <a16:creationId xmlns:a16="http://schemas.microsoft.com/office/drawing/2014/main" id="{C0EA3D59-1B3A-DA4E-906D-121090DB994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928235596"/>
      </p:ext>
    </p:extLst>
  </p:cSld>
  <p:clrMapOvr>
    <a:masterClrMapping/>
  </p:clrMapOvr>
  <mc:AlternateContent xmlns:mc="http://schemas.openxmlformats.org/markup-compatibility/2006" xmlns:p14="http://schemas.microsoft.com/office/powerpoint/2010/main">
    <mc:Choice Requires="p14">
      <p:transition spd="slow" p14:dur="2000" advTm="70560"/>
    </mc:Choice>
    <mc:Fallback xmlns="">
      <p:transition spd="slow" advTm="70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Google Shape;174;p6">
            <a:extLst>
              <a:ext uri="{FF2B5EF4-FFF2-40B4-BE49-F238E27FC236}">
                <a16:creationId xmlns:a16="http://schemas.microsoft.com/office/drawing/2014/main" id="{CB3AA15C-28CF-4883-88C9-A22D2048838F}"/>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CODING STANDARDS</a:t>
            </a:r>
            <a:endParaRPr/>
          </a:p>
        </p:txBody>
      </p:sp>
      <p:pic>
        <p:nvPicPr>
          <p:cNvPr id="176" name="Google Shape;176;p6">
            <a:extLst>
              <a:ext uri="{FF2B5EF4-FFF2-40B4-BE49-F238E27FC236}">
                <a16:creationId xmlns:a16="http://schemas.microsoft.com/office/drawing/2014/main" id="{22D85F02-640A-481D-95F0-C1633869587C}"/>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graphicFrame>
        <p:nvGraphicFramePr>
          <p:cNvPr id="177" name="Table 176">
            <a:extLst>
              <a:ext uri="{FF2B5EF4-FFF2-40B4-BE49-F238E27FC236}">
                <a16:creationId xmlns:a16="http://schemas.microsoft.com/office/drawing/2014/main" id="{888F83E8-0199-4053-88BF-15991CAA00F2}"/>
              </a:ext>
            </a:extLst>
          </p:cNvPr>
          <p:cNvGraphicFramePr/>
          <p:nvPr>
            <p:extLst>
              <p:ext uri="{D42A27DB-BD31-4B8C-83A1-F6EECF244321}">
                <p14:modId xmlns:p14="http://schemas.microsoft.com/office/powerpoint/2010/main" val="2180271180"/>
              </p:ext>
            </p:extLst>
          </p:nvPr>
        </p:nvGraphicFramePr>
        <p:xfrm>
          <a:off x="685800" y="2143125"/>
          <a:ext cx="10382250" cy="4061480"/>
        </p:xfrm>
        <a:graphic>
          <a:graphicData uri="http://schemas.openxmlformats.org/drawingml/2006/table">
            <a:tbl>
              <a:tblPr/>
              <a:tblGrid>
                <a:gridCol w="2476500">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348998">
                <a:tc>
                  <a:txBody>
                    <a:bodyPr/>
                    <a:lstStyle/>
                    <a:p>
                      <a:r>
                        <a:rPr sz="1575" b="1">
                          <a:solidFill>
                            <a:srgbClr val="FFFFFF"/>
                          </a:solidFill>
                          <a:latin typeface="Century Gothic"/>
                          <a:ea typeface="Century Gothic"/>
                          <a:cs typeface="Century Gothic"/>
                        </a:rPr>
                        <a:t>Standard</a:t>
                      </a:r>
                    </a:p>
                  </a:txBody>
                  <a:tcPr>
                    <a:lnL w="6668">
                      <a:solidFill>
                        <a:srgbClr val="60874D"/>
                      </a:solidFill>
                      <a:prstDash val="soli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575" b="1" dirty="0">
                          <a:solidFill>
                            <a:srgbClr val="FFFFFF"/>
                          </a:solidFill>
                          <a:latin typeface="Century Gothic"/>
                          <a:ea typeface="Century Gothic"/>
                          <a:cs typeface="Century Gothic"/>
                        </a:rPr>
                        <a:t>Required practice</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575" b="1">
                          <a:solidFill>
                            <a:srgbClr val="FFFFFF"/>
                          </a:solidFill>
                          <a:latin typeface="Century Gothic"/>
                          <a:ea typeface="Century Gothic"/>
                          <a:cs typeface="Century Gothic"/>
                        </a:rPr>
                        <a:t>Level / priority</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extLst>
                  <a:ext uri="{0D108BD9-81ED-4DB2-BD59-A6C34878D82A}">
                    <a16:rowId xmlns:a16="http://schemas.microsoft.com/office/drawing/2014/main" val="10000"/>
                  </a:ext>
                </a:extLst>
              </a:tr>
              <a:tr h="348998">
                <a:tc>
                  <a:txBody>
                    <a:bodyPr/>
                    <a:lstStyle/>
                    <a:p>
                      <a:r>
                        <a:rPr sz="1575" b="0">
                          <a:solidFill>
                            <a:srgbClr val="FFFFFF"/>
                          </a:solidFill>
                          <a:latin typeface="Century Gothic"/>
                          <a:ea typeface="Century Gothic"/>
                          <a:cs typeface="Century Gothic"/>
                        </a:rPr>
                        <a:t>001  Data type</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Use correct types and check conversions</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4 / 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1"/>
                  </a:ext>
                </a:extLst>
              </a:tr>
              <a:tr h="348998">
                <a:tc>
                  <a:txBody>
                    <a:bodyPr/>
                    <a:lstStyle/>
                    <a:p>
                      <a:r>
                        <a:rPr sz="1575" b="0">
                          <a:solidFill>
                            <a:srgbClr val="FFFFFF"/>
                          </a:solidFill>
                          <a:latin typeface="Century Gothic"/>
                          <a:ea typeface="Century Gothic"/>
                          <a:cs typeface="Century Gothic"/>
                        </a:rPr>
                        <a:t>002  Data value</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Check limits before doing calculations</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5 / 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2"/>
                  </a:ext>
                </a:extLst>
              </a:tr>
              <a:tr h="348998">
                <a:tc>
                  <a:txBody>
                    <a:bodyPr/>
                    <a:lstStyle/>
                    <a:p>
                      <a:r>
                        <a:rPr sz="1575" b="0">
                          <a:solidFill>
                            <a:srgbClr val="FFFFFF"/>
                          </a:solidFill>
                          <a:latin typeface="Century Gothic"/>
                          <a:ea typeface="Century Gothic"/>
                          <a:cs typeface="Century Gothic"/>
                        </a:rPr>
                        <a:t>003  String correctness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Use safe strings and check their length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5 / 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3"/>
                  </a:ext>
                </a:extLst>
              </a:tr>
              <a:tr h="348998">
                <a:tc>
                  <a:txBody>
                    <a:bodyPr/>
                    <a:lstStyle/>
                    <a:p>
                      <a:r>
                        <a:rPr sz="1575" b="0">
                          <a:solidFill>
                            <a:srgbClr val="FFFFFF"/>
                          </a:solidFill>
                          <a:latin typeface="Century Gothic"/>
                          <a:ea typeface="Century Gothic"/>
                          <a:cs typeface="Century Gothic"/>
                        </a:rPr>
                        <a:t>004  SQL injection</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Use query parameters for outside input</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5 / 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4"/>
                  </a:ext>
                </a:extLst>
              </a:tr>
              <a:tr h="558147">
                <a:tc>
                  <a:txBody>
                    <a:bodyPr/>
                    <a:lstStyle/>
                    <a:p>
                      <a:r>
                        <a:rPr sz="1575" b="0">
                          <a:solidFill>
                            <a:srgbClr val="FFFFFF"/>
                          </a:solidFill>
                          <a:latin typeface="Century Gothic"/>
                          <a:ea typeface="Century Gothic"/>
                          <a:cs typeface="Century Gothic"/>
                        </a:rPr>
                        <a:t>005  Memory protection</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Manage memory and object lifetimes</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5 / 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5"/>
                  </a:ext>
                </a:extLst>
              </a:tr>
              <a:tr h="348998">
                <a:tc>
                  <a:txBody>
                    <a:bodyPr/>
                    <a:lstStyle/>
                    <a:p>
                      <a:r>
                        <a:rPr sz="1575" b="0">
                          <a:solidFill>
                            <a:srgbClr val="FFFFFF"/>
                          </a:solidFill>
                          <a:latin typeface="Century Gothic"/>
                          <a:ea typeface="Century Gothic"/>
                          <a:cs typeface="Century Gothic"/>
                        </a:rPr>
                        <a:t>006  Assertions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Assert assumptions and validate input</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3 / Medium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6"/>
                  </a:ext>
                </a:extLst>
              </a:tr>
              <a:tr h="348998">
                <a:tc>
                  <a:txBody>
                    <a:bodyPr/>
                    <a:lstStyle/>
                    <a:p>
                      <a:r>
                        <a:rPr sz="1575" b="0">
                          <a:solidFill>
                            <a:srgbClr val="FFFFFF"/>
                          </a:solidFill>
                          <a:latin typeface="Century Gothic"/>
                          <a:ea typeface="Century Gothic"/>
                          <a:cs typeface="Century Gothic"/>
                        </a:rPr>
                        <a:t>007  Exceptions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Catch exceptions by reference</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2 / Low</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7"/>
                  </a:ext>
                </a:extLst>
              </a:tr>
              <a:tr h="348998">
                <a:tc>
                  <a:txBody>
                    <a:bodyPr/>
                    <a:lstStyle/>
                    <a:p>
                      <a:r>
                        <a:rPr sz="1575" b="0">
                          <a:solidFill>
                            <a:srgbClr val="FFFFFF"/>
                          </a:solidFill>
                          <a:latin typeface="Century Gothic"/>
                          <a:ea typeface="Century Gothic"/>
                          <a:cs typeface="Century Gothic"/>
                        </a:rPr>
                        <a:t>008  Pointer safety</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Check pointers before using objects</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4 / 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8"/>
                  </a:ext>
                </a:extLst>
              </a:tr>
              <a:tr h="348998">
                <a:tc>
                  <a:txBody>
                    <a:bodyPr/>
                    <a:lstStyle/>
                    <a:p>
                      <a:r>
                        <a:rPr sz="1575" b="0">
                          <a:solidFill>
                            <a:srgbClr val="FFFFFF"/>
                          </a:solidFill>
                          <a:latin typeface="Century Gothic"/>
                          <a:ea typeface="Century Gothic"/>
                          <a:cs typeface="Century Gothic"/>
                        </a:rPr>
                        <a:t>009  Initialization</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Set initial values before reading them</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4 / 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9"/>
                  </a:ext>
                </a:extLst>
              </a:tr>
              <a:tr h="348998">
                <a:tc>
                  <a:txBody>
                    <a:bodyPr/>
                    <a:lstStyle/>
                    <a:p>
                      <a:r>
                        <a:rPr sz="1575" b="0" dirty="0">
                          <a:solidFill>
                            <a:srgbClr val="FFFFFF"/>
                          </a:solidFill>
                          <a:latin typeface="Century Gothic"/>
                          <a:ea typeface="Century Gothic"/>
                          <a:cs typeface="Century Gothic"/>
                        </a:rPr>
                        <a:t>010  Container bounds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a:solidFill>
                            <a:srgbClr val="FFFFFF"/>
                          </a:solidFill>
                          <a:latin typeface="Century Gothic"/>
                          <a:ea typeface="Century Gothic"/>
                          <a:cs typeface="Century Gothic"/>
                        </a:rPr>
                        <a:t>Check indices before accessing elements</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575" b="0" dirty="0">
                          <a:solidFill>
                            <a:srgbClr val="FFFFFF"/>
                          </a:solidFill>
                          <a:latin typeface="Century Gothic"/>
                          <a:ea typeface="Century Gothic"/>
                          <a:cs typeface="Century Gothic"/>
                        </a:rPr>
                        <a:t>5 / High</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10"/>
                  </a:ext>
                </a:extLst>
              </a:tr>
            </a:tbl>
          </a:graphicData>
        </a:graphic>
      </p:graphicFrame>
      <p:sp>
        <p:nvSpPr>
          <p:cNvPr id="178" name="Rectangle 177">
            <a:extLst>
              <a:ext uri="{FF2B5EF4-FFF2-40B4-BE49-F238E27FC236}">
                <a16:creationId xmlns:a16="http://schemas.microsoft.com/office/drawing/2014/main" id="{ED553701-564B-49AE-B3B8-B7DB748A4597}"/>
              </a:ext>
            </a:extLst>
          </p:cNvPr>
          <p:cNvSpPr>
            <a:spLocks noGrp="1"/>
          </p:cNvSpPr>
          <p:nvPr/>
        </p:nvSpPr>
        <p:spPr>
          <a:xfrm>
            <a:off x="685800" y="6191250"/>
            <a:ext cx="10096500" cy="381000"/>
          </a:xfrm>
          <a:prstGeom prst="rect">
            <a:avLst/>
          </a:prstGeom>
          <a:noFill/>
          <a:ln w="0">
            <a:noFill/>
          </a:ln>
        </p:spPr>
        <p:txBody>
          <a:bodyPr anchor="ctr"/>
          <a:lstStyle>
            <a:defPPr algn="l">
              <a:defRPr sz="1350">
                <a:solidFill>
                  <a:srgbClr val="FFFFFF"/>
                </a:solidFill>
                <a:latin typeface="Century Gothic"/>
                <a:ea typeface="Century Gothic"/>
                <a:cs typeface="Century Gothic"/>
              </a:defRPr>
            </a:defPPr>
            <a:lvl1pPr algn="l">
              <a:defRPr sz="1350">
                <a:solidFill>
                  <a:srgbClr val="FFFFFF"/>
                </a:solidFill>
                <a:latin typeface="Century Gothic"/>
                <a:ea typeface="Century Gothic"/>
                <a:cs typeface="Century Gothic"/>
              </a:defRPr>
            </a:lvl1pPr>
            <a:lvl2pPr algn="l">
              <a:defRPr sz="1350">
                <a:solidFill>
                  <a:srgbClr val="FFFFFF"/>
                </a:solidFill>
                <a:latin typeface="Century Gothic"/>
                <a:ea typeface="Century Gothic"/>
                <a:cs typeface="Century Gothic"/>
              </a:defRPr>
            </a:lvl2pPr>
            <a:lvl3pPr algn="l">
              <a:defRPr sz="1350">
                <a:solidFill>
                  <a:srgbClr val="FFFFFF"/>
                </a:solidFill>
                <a:latin typeface="Century Gothic"/>
                <a:ea typeface="Century Gothic"/>
                <a:cs typeface="Century Gothic"/>
              </a:defRPr>
            </a:lvl3pPr>
            <a:lvl4pPr algn="l">
              <a:defRPr sz="1350">
                <a:solidFill>
                  <a:srgbClr val="FFFFFF"/>
                </a:solidFill>
                <a:latin typeface="Century Gothic"/>
                <a:ea typeface="Century Gothic"/>
                <a:cs typeface="Century Gothic"/>
              </a:defRPr>
            </a:lvl4pPr>
            <a:lvl5pPr algn="l">
              <a:defRPr sz="1350">
                <a:solidFill>
                  <a:srgbClr val="FFFFFF"/>
                </a:solidFill>
                <a:latin typeface="Century Gothic"/>
                <a:ea typeface="Century Gothic"/>
                <a:cs typeface="Century Gothic"/>
              </a:defRPr>
            </a:lvl5pPr>
            <a:lvl6pPr algn="l">
              <a:defRPr sz="1350">
                <a:solidFill>
                  <a:srgbClr val="FFFFFF"/>
                </a:solidFill>
                <a:latin typeface="Century Gothic"/>
                <a:ea typeface="Century Gothic"/>
                <a:cs typeface="Century Gothic"/>
              </a:defRPr>
            </a:lvl6pPr>
            <a:lvl7pPr algn="l">
              <a:defRPr sz="1350">
                <a:solidFill>
                  <a:srgbClr val="FFFFFF"/>
                </a:solidFill>
                <a:latin typeface="Century Gothic"/>
                <a:ea typeface="Century Gothic"/>
                <a:cs typeface="Century Gothic"/>
              </a:defRPr>
            </a:lvl7pPr>
            <a:lvl8pPr algn="l">
              <a:defRPr sz="1350">
                <a:solidFill>
                  <a:srgbClr val="FFFFFF"/>
                </a:solidFill>
                <a:latin typeface="Century Gothic"/>
                <a:ea typeface="Century Gothic"/>
                <a:cs typeface="Century Gothic"/>
              </a:defRPr>
            </a:lvl8pPr>
            <a:lvl9pPr algn="l">
              <a:defRPr sz="1350">
                <a:solidFill>
                  <a:srgbClr val="FFFFFF"/>
                </a:solidFill>
                <a:latin typeface="Century Gothic"/>
                <a:ea typeface="Century Gothic"/>
                <a:cs typeface="Century Gothic"/>
              </a:defRPr>
            </a:lvl9pPr>
          </a:lstStyle>
          <a:p>
            <a:pPr algn="l">
              <a:defRPr sz="1350">
                <a:solidFill>
                  <a:srgbClr val="FFFFFF"/>
                </a:solidFill>
                <a:latin typeface="Century Gothic"/>
                <a:ea typeface="Century Gothic"/>
                <a:cs typeface="Century Gothic"/>
              </a:defRPr>
            </a:pPr>
            <a:r>
              <a:rPr sz="1350" dirty="0">
                <a:solidFill>
                  <a:srgbClr val="FFFFFF"/>
                </a:solidFill>
                <a:latin typeface="Century Gothic"/>
                <a:ea typeface="Century Gothic"/>
                <a:cs typeface="Century Gothic"/>
              </a:rPr>
              <a:t>Address Level 5 first, then 4, 3, and 2. Consider the risk and the cost of fixing each issue.</a:t>
            </a:r>
          </a:p>
        </p:txBody>
      </p:sp>
      <p:pic>
        <p:nvPicPr>
          <p:cNvPr id="58" name="Audio 57">
            <a:extLst>
              <a:ext uri="{FF2B5EF4-FFF2-40B4-BE49-F238E27FC236}">
                <a16:creationId xmlns:a16="http://schemas.microsoft.com/office/drawing/2014/main" id="{BE0FA250-0D15-ABF5-4F71-BE4CA037FA6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67239314"/>
      </p:ext>
    </p:extLst>
  </p:cSld>
  <p:clrMapOvr>
    <a:masterClrMapping/>
  </p:clrMapOvr>
  <mc:AlternateContent xmlns:mc="http://schemas.openxmlformats.org/markup-compatibility/2006" xmlns:p14="http://schemas.microsoft.com/office/powerpoint/2010/main">
    <mc:Choice Requires="p14">
      <p:transition spd="slow" p14:dur="2000" advTm="82172"/>
    </mc:Choice>
    <mc:Fallback xmlns="">
      <p:transition spd="slow" advTm="821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Google Shape;181;p7">
            <a:extLst>
              <a:ext uri="{FF2B5EF4-FFF2-40B4-BE49-F238E27FC236}">
                <a16:creationId xmlns:a16="http://schemas.microsoft.com/office/drawing/2014/main" id="{4318470C-CED1-4868-8ADE-003E21E97283}"/>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ENCRYPTION POLICIES</a:t>
            </a:r>
            <a:endParaRPr/>
          </a:p>
        </p:txBody>
      </p:sp>
      <p:pic>
        <p:nvPicPr>
          <p:cNvPr id="183" name="Google Shape;183;p7">
            <a:extLst>
              <a:ext uri="{FF2B5EF4-FFF2-40B4-BE49-F238E27FC236}">
                <a16:creationId xmlns:a16="http://schemas.microsoft.com/office/drawing/2014/main" id="{C8747B28-3D0A-4827-9148-BA242427995C}"/>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184" name="Rectangle 183">
            <a:extLst>
              <a:ext uri="{FF2B5EF4-FFF2-40B4-BE49-F238E27FC236}">
                <a16:creationId xmlns:a16="http://schemas.microsoft.com/office/drawing/2014/main" id="{13F1A0F0-66CA-439C-A5B7-1550FBA4DF5E}"/>
              </a:ext>
            </a:extLst>
          </p:cNvPr>
          <p:cNvSpPr>
            <a:spLocks noGrp="1"/>
          </p:cNvSpPr>
          <p:nvPr/>
        </p:nvSpPr>
        <p:spPr>
          <a:xfrm>
            <a:off x="685800" y="21907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At rest: encrypt saved confidential data and backups</a:t>
            </a:r>
          </a:p>
        </p:txBody>
      </p:sp>
      <p:sp>
        <p:nvSpPr>
          <p:cNvPr id="185" name="Rectangle 184">
            <a:extLst>
              <a:ext uri="{FF2B5EF4-FFF2-40B4-BE49-F238E27FC236}">
                <a16:creationId xmlns:a16="http://schemas.microsoft.com/office/drawing/2014/main" id="{7A0E1DE7-4FC7-4539-9550-20393645A0DF}"/>
              </a:ext>
            </a:extLst>
          </p:cNvPr>
          <p:cNvSpPr>
            <a:spLocks noGrp="1"/>
          </p:cNvSpPr>
          <p:nvPr/>
        </p:nvSpPr>
        <p:spPr>
          <a:xfrm>
            <a:off x="685800" y="29146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Keep encryption keys separate from the data</a:t>
            </a:r>
          </a:p>
        </p:txBody>
      </p:sp>
      <p:sp>
        <p:nvSpPr>
          <p:cNvPr id="186" name="Rectangle 185">
            <a:extLst>
              <a:ext uri="{FF2B5EF4-FFF2-40B4-BE49-F238E27FC236}">
                <a16:creationId xmlns:a16="http://schemas.microsoft.com/office/drawing/2014/main" id="{6E0BC857-A9AB-4F92-BF51-4EC417881EB1}"/>
              </a:ext>
            </a:extLst>
          </p:cNvPr>
          <p:cNvSpPr>
            <a:spLocks noGrp="1"/>
          </p:cNvSpPr>
          <p:nvPr/>
        </p:nvSpPr>
        <p:spPr>
          <a:xfrm>
            <a:off x="685800" y="36385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In flight: use approved protocols like TLS and valid certificates</a:t>
            </a:r>
          </a:p>
        </p:txBody>
      </p:sp>
      <p:sp>
        <p:nvSpPr>
          <p:cNvPr id="187" name="Rectangle 186">
            <a:extLst>
              <a:ext uri="{FF2B5EF4-FFF2-40B4-BE49-F238E27FC236}">
                <a16:creationId xmlns:a16="http://schemas.microsoft.com/office/drawing/2014/main" id="{0C22F824-BB72-4ABC-A39B-E315995C0EB3}"/>
              </a:ext>
            </a:extLst>
          </p:cNvPr>
          <p:cNvSpPr>
            <a:spLocks noGrp="1"/>
          </p:cNvSpPr>
          <p:nvPr/>
        </p:nvSpPr>
        <p:spPr>
          <a:xfrm>
            <a:off x="685800" y="43624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In use: use memory encryption and trusted environments when risk calls for it</a:t>
            </a:r>
          </a:p>
        </p:txBody>
      </p:sp>
      <p:sp>
        <p:nvSpPr>
          <p:cNvPr id="188" name="Rectangle 187">
            <a:extLst>
              <a:ext uri="{FF2B5EF4-FFF2-40B4-BE49-F238E27FC236}">
                <a16:creationId xmlns:a16="http://schemas.microsoft.com/office/drawing/2014/main" id="{FB3540DA-D1FF-4206-96C4-B26823F96A0A}"/>
              </a:ext>
            </a:extLst>
          </p:cNvPr>
          <p:cNvSpPr>
            <a:spLocks noGrp="1"/>
          </p:cNvSpPr>
          <p:nvPr/>
        </p:nvSpPr>
        <p:spPr>
          <a:xfrm>
            <a:off x="685800" y="50863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Limit unencrypted copies in logs, temporary files, and crash dumps</a:t>
            </a:r>
          </a:p>
        </p:txBody>
      </p:sp>
      <p:pic>
        <p:nvPicPr>
          <p:cNvPr id="33" name="Audio 32">
            <a:extLst>
              <a:ext uri="{FF2B5EF4-FFF2-40B4-BE49-F238E27FC236}">
                <a16:creationId xmlns:a16="http://schemas.microsoft.com/office/drawing/2014/main" id="{7866EEA5-DE01-B490-47F1-94D51C4F6B5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210157843"/>
      </p:ext>
    </p:extLst>
  </p:cSld>
  <p:clrMapOvr>
    <a:masterClrMapping/>
  </p:clrMapOvr>
  <mc:AlternateContent xmlns:mc="http://schemas.openxmlformats.org/markup-compatibility/2006" xmlns:p14="http://schemas.microsoft.com/office/powerpoint/2010/main">
    <mc:Choice Requires="p14">
      <p:transition spd="slow" p14:dur="2000" advTm="79808"/>
    </mc:Choice>
    <mc:Fallback xmlns="">
      <p:transition spd="slow" advTm="798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Google Shape;188;p8">
            <a:extLst>
              <a:ext uri="{FF2B5EF4-FFF2-40B4-BE49-F238E27FC236}">
                <a16:creationId xmlns:a16="http://schemas.microsoft.com/office/drawing/2014/main" id="{38EEF924-23E9-43AD-807B-976F461D1637}"/>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TRIPLE-A POLICIES</a:t>
            </a:r>
            <a:endParaRPr/>
          </a:p>
        </p:txBody>
      </p:sp>
      <p:pic>
        <p:nvPicPr>
          <p:cNvPr id="190" name="Google Shape;190;p8">
            <a:extLst>
              <a:ext uri="{FF2B5EF4-FFF2-40B4-BE49-F238E27FC236}">
                <a16:creationId xmlns:a16="http://schemas.microsoft.com/office/drawing/2014/main" id="{E2C7C3B2-1311-4D4E-8D0B-6275BE1D27BA}"/>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191" name="Rectangle 190">
            <a:extLst>
              <a:ext uri="{FF2B5EF4-FFF2-40B4-BE49-F238E27FC236}">
                <a16:creationId xmlns:a16="http://schemas.microsoft.com/office/drawing/2014/main" id="{0F446DEC-472A-42DB-854E-8A601ACA9E2F}"/>
              </a:ext>
            </a:extLst>
          </p:cNvPr>
          <p:cNvSpPr>
            <a:spLocks noGrp="1"/>
          </p:cNvSpPr>
          <p:nvPr/>
        </p:nvSpPr>
        <p:spPr>
          <a:xfrm>
            <a:off x="685800" y="21907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Authentication: verify identity and use stronger logins when needed</a:t>
            </a:r>
          </a:p>
        </p:txBody>
      </p:sp>
      <p:sp>
        <p:nvSpPr>
          <p:cNvPr id="192" name="Rectangle 191">
            <a:extLst>
              <a:ext uri="{FF2B5EF4-FFF2-40B4-BE49-F238E27FC236}">
                <a16:creationId xmlns:a16="http://schemas.microsoft.com/office/drawing/2014/main" id="{33FEA734-8171-4FA1-A27C-088AB69F441F}"/>
              </a:ext>
            </a:extLst>
          </p:cNvPr>
          <p:cNvSpPr>
            <a:spLocks noGrp="1"/>
          </p:cNvSpPr>
          <p:nvPr/>
        </p:nvSpPr>
        <p:spPr>
          <a:xfrm>
            <a:off x="685800" y="29146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Authorization: deny access by default and give only needed permissions</a:t>
            </a:r>
          </a:p>
        </p:txBody>
      </p:sp>
      <p:sp>
        <p:nvSpPr>
          <p:cNvPr id="193" name="Rectangle 192">
            <a:extLst>
              <a:ext uri="{FF2B5EF4-FFF2-40B4-BE49-F238E27FC236}">
                <a16:creationId xmlns:a16="http://schemas.microsoft.com/office/drawing/2014/main" id="{9463B2B6-FE00-49CA-8381-27C4EA40580C}"/>
              </a:ext>
            </a:extLst>
          </p:cNvPr>
          <p:cNvSpPr>
            <a:spLocks noGrp="1"/>
          </p:cNvSpPr>
          <p:nvPr/>
        </p:nvSpPr>
        <p:spPr>
          <a:xfrm>
            <a:off x="685800" y="36385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Accounting: protect logs showing who did what and when</a:t>
            </a:r>
          </a:p>
        </p:txBody>
      </p:sp>
      <p:sp>
        <p:nvSpPr>
          <p:cNvPr id="194" name="Rectangle 193">
            <a:extLst>
              <a:ext uri="{FF2B5EF4-FFF2-40B4-BE49-F238E27FC236}">
                <a16:creationId xmlns:a16="http://schemas.microsoft.com/office/drawing/2014/main" id="{2B06A9A2-16FD-4C67-8A29-3DC40EA17377}"/>
              </a:ext>
            </a:extLst>
          </p:cNvPr>
          <p:cNvSpPr>
            <a:spLocks noGrp="1"/>
          </p:cNvSpPr>
          <p:nvPr/>
        </p:nvSpPr>
        <p:spPr>
          <a:xfrm>
            <a:off x="685800" y="43624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Log sign-ins, new accounts, permission changes, database changes, and sensitive file access</a:t>
            </a:r>
          </a:p>
        </p:txBody>
      </p:sp>
      <p:pic>
        <p:nvPicPr>
          <p:cNvPr id="9" name="Audio 8">
            <a:extLst>
              <a:ext uri="{FF2B5EF4-FFF2-40B4-BE49-F238E27FC236}">
                <a16:creationId xmlns:a16="http://schemas.microsoft.com/office/drawing/2014/main" id="{8F445EC2-6FB9-DD35-E2DE-67AEFC703C5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811121434"/>
      </p:ext>
    </p:extLst>
  </p:cSld>
  <p:clrMapOvr>
    <a:masterClrMapping/>
  </p:clrMapOvr>
  <mc:AlternateContent xmlns:mc="http://schemas.openxmlformats.org/markup-compatibility/2006" xmlns:p14="http://schemas.microsoft.com/office/powerpoint/2010/main">
    <mc:Choice Requires="p14">
      <p:transition spd="slow" p14:dur="2000" advTm="79530"/>
    </mc:Choice>
    <mc:Fallback xmlns="">
      <p:transition spd="slow" advTm="79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D9C09BF-7FE1-4460-830A-873C9901B3CC}"/>
              </a:ext>
            </a:extLst>
          </p:cNvPr>
          <p:cNvSpPr>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oAutofit/>
          </a:bodyPr>
          <a:lstStyle>
            <a:defPPr algn="r">
              <a:defRPr sz="3000">
                <a:solidFill>
                  <a:srgbClr val="FFFFFF"/>
                </a:solidFill>
                <a:latin typeface="Century Gothic"/>
                <a:ea typeface="Century Gothic"/>
                <a:cs typeface="Century Gothic"/>
              </a:defRPr>
            </a:defPPr>
            <a:lvl1pPr algn="r">
              <a:defRPr sz="3000">
                <a:solidFill>
                  <a:srgbClr val="FFFFFF"/>
                </a:solidFill>
                <a:latin typeface="Century Gothic"/>
                <a:ea typeface="Century Gothic"/>
                <a:cs typeface="Century Gothic"/>
              </a:defRPr>
            </a:lvl1pPr>
            <a:lvl2pPr algn="r">
              <a:defRPr sz="3000">
                <a:solidFill>
                  <a:srgbClr val="FFFFFF"/>
                </a:solidFill>
                <a:latin typeface="Century Gothic"/>
                <a:ea typeface="Century Gothic"/>
                <a:cs typeface="Century Gothic"/>
              </a:defRPr>
            </a:lvl2pPr>
            <a:lvl3pPr algn="r">
              <a:defRPr sz="3000">
                <a:solidFill>
                  <a:srgbClr val="FFFFFF"/>
                </a:solidFill>
                <a:latin typeface="Century Gothic"/>
                <a:ea typeface="Century Gothic"/>
                <a:cs typeface="Century Gothic"/>
              </a:defRPr>
            </a:lvl3pPr>
            <a:lvl4pPr algn="r">
              <a:defRPr sz="3000">
                <a:solidFill>
                  <a:srgbClr val="FFFFFF"/>
                </a:solidFill>
                <a:latin typeface="Century Gothic"/>
                <a:ea typeface="Century Gothic"/>
                <a:cs typeface="Century Gothic"/>
              </a:defRPr>
            </a:lvl4pPr>
            <a:lvl5pPr algn="r">
              <a:defRPr sz="3000">
                <a:solidFill>
                  <a:srgbClr val="FFFFFF"/>
                </a:solidFill>
                <a:latin typeface="Century Gothic"/>
                <a:ea typeface="Century Gothic"/>
                <a:cs typeface="Century Gothic"/>
              </a:defRPr>
            </a:lvl5pPr>
            <a:lvl6pPr algn="r">
              <a:defRPr sz="3000">
                <a:solidFill>
                  <a:srgbClr val="FFFFFF"/>
                </a:solidFill>
                <a:latin typeface="Century Gothic"/>
                <a:ea typeface="Century Gothic"/>
                <a:cs typeface="Century Gothic"/>
              </a:defRPr>
            </a:lvl6pPr>
            <a:lvl7pPr algn="r">
              <a:defRPr sz="3000">
                <a:solidFill>
                  <a:srgbClr val="FFFFFF"/>
                </a:solidFill>
                <a:latin typeface="Century Gothic"/>
                <a:ea typeface="Century Gothic"/>
                <a:cs typeface="Century Gothic"/>
              </a:defRPr>
            </a:lvl7pPr>
            <a:lvl8pPr algn="r">
              <a:defRPr sz="3000">
                <a:solidFill>
                  <a:srgbClr val="FFFFFF"/>
                </a:solidFill>
                <a:latin typeface="Century Gothic"/>
                <a:ea typeface="Century Gothic"/>
                <a:cs typeface="Century Gothic"/>
              </a:defRPr>
            </a:lvl8pPr>
            <a:lvl9pPr algn="r">
              <a:defRPr sz="30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SzPts val="1800"/>
              <a:buNone/>
              <a:defRPr sz="3000">
                <a:solidFill>
                  <a:srgbClr val="FFFFFF"/>
                </a:solidFill>
                <a:latin typeface="Century Gothic"/>
                <a:ea typeface="Century Gothic"/>
                <a:cs typeface="Century Gothic"/>
              </a:defRPr>
            </a:pPr>
            <a:r>
              <a:rPr sz="3000">
                <a:solidFill>
                  <a:srgbClr val="FFFFFF"/>
                </a:solidFill>
                <a:latin typeface="Century Gothic"/>
                <a:ea typeface="Century Gothic"/>
                <a:cs typeface="Century Gothic"/>
              </a:rPr>
              <a:t>Does pop_back() preserve earlier elements?</a:t>
            </a:r>
            <a:endParaRPr/>
          </a:p>
        </p:txBody>
      </p:sp>
      <p:pic>
        <p:nvPicPr>
          <p:cNvPr id="197" name="Google Shape;197;g9504e29505_0_0">
            <a:extLst>
              <a:ext uri="{FF2B5EF4-FFF2-40B4-BE49-F238E27FC236}">
                <a16:creationId xmlns:a16="http://schemas.microsoft.com/office/drawing/2014/main" id="{9FD85964-8A21-46FB-AA3F-01ED31D3D566}"/>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198" name="Rectangle 197">
            <a:extLst>
              <a:ext uri="{FF2B5EF4-FFF2-40B4-BE49-F238E27FC236}">
                <a16:creationId xmlns:a16="http://schemas.microsoft.com/office/drawing/2014/main" id="{91ECE0CE-3264-4056-B809-377E8A499D3E}"/>
              </a:ext>
            </a:extLst>
          </p:cNvPr>
          <p:cNvSpPr>
            <a:spLocks noGrp="1"/>
          </p:cNvSpPr>
          <p:nvPr/>
        </p:nvSpPr>
        <p:spPr>
          <a:xfrm>
            <a:off x="685800" y="1938528"/>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Positive test: remove the last element and check the rest</a:t>
            </a:r>
          </a:p>
        </p:txBody>
      </p:sp>
      <p:sp>
        <p:nvSpPr>
          <p:cNvPr id="199" name="Rectangle 198">
            <a:extLst>
              <a:ext uri="{FF2B5EF4-FFF2-40B4-BE49-F238E27FC236}">
                <a16:creationId xmlns:a16="http://schemas.microsoft.com/office/drawing/2014/main" id="{21344933-A153-4F54-A70F-D054990A85EA}"/>
              </a:ext>
            </a:extLst>
          </p:cNvPr>
          <p:cNvSpPr>
            <a:spLocks noGrp="1"/>
          </p:cNvSpPr>
          <p:nvPr/>
        </p:nvSpPr>
        <p:spPr>
          <a:xfrm>
            <a:off x="685800" y="2244852"/>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Test: PopBackRemovesLastElementAndPreservesEarlierElements</a:t>
            </a:r>
          </a:p>
        </p:txBody>
      </p:sp>
      <p:sp>
        <p:nvSpPr>
          <p:cNvPr id="200" name="Rectangle 199">
            <a:extLst>
              <a:ext uri="{FF2B5EF4-FFF2-40B4-BE49-F238E27FC236}">
                <a16:creationId xmlns:a16="http://schemas.microsoft.com/office/drawing/2014/main" id="{C62169B1-8958-4704-87B7-48E8BD7D3939}"/>
              </a:ext>
            </a:extLst>
          </p:cNvPr>
          <p:cNvSpPr>
            <a:spLocks noGrp="1"/>
          </p:cNvSpPr>
          <p:nvPr/>
        </p:nvSpPr>
        <p:spPr>
          <a:xfrm>
            <a:off x="685800" y="2551176"/>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Start with 10, 20, 30. Remove 30. Two elements remain.</a:t>
            </a:r>
          </a:p>
        </p:txBody>
      </p:sp>
      <p:sp>
        <p:nvSpPr>
          <p:cNvPr id="201" name="Rectangle 200">
            <a:extLst>
              <a:ext uri="{FF2B5EF4-FFF2-40B4-BE49-F238E27FC236}">
                <a16:creationId xmlns:a16="http://schemas.microsoft.com/office/drawing/2014/main" id="{3F0ED975-CD0E-4744-ABF5-A6C32C2D055D}"/>
              </a:ext>
            </a:extLst>
          </p:cNvPr>
          <p:cNvSpPr>
            <a:spLocks noGrp="1"/>
          </p:cNvSpPr>
          <p:nvPr/>
        </p:nvSpPr>
        <p:spPr>
          <a:xfrm>
            <a:off x="685800" y="2857500"/>
            <a:ext cx="10144125" cy="301752"/>
          </a:xfrm>
          <a:prstGeom prst="rect">
            <a:avLst/>
          </a:prstGeom>
          <a:noFill/>
          <a:ln w="0">
            <a:noFill/>
          </a:ln>
        </p:spPr>
        <p:txBody>
          <a:bodyPr anchor="ctr"/>
          <a:lstStyle>
            <a:defPPr algn="l">
              <a:defRPr sz="1875">
                <a:solidFill>
                  <a:srgbClr val="FFFFFF"/>
                </a:solidFill>
                <a:latin typeface="Courier New"/>
                <a:ea typeface="Courier New"/>
                <a:cs typeface="Courier New"/>
              </a:defRPr>
            </a:defPPr>
            <a:lvl1pPr algn="l">
              <a:defRPr sz="1875">
                <a:solidFill>
                  <a:srgbClr val="FFFFFF"/>
                </a:solidFill>
                <a:latin typeface="Courier New"/>
                <a:ea typeface="Courier New"/>
                <a:cs typeface="Courier New"/>
              </a:defRPr>
            </a:lvl1pPr>
            <a:lvl2pPr algn="l">
              <a:defRPr sz="1875">
                <a:solidFill>
                  <a:srgbClr val="FFFFFF"/>
                </a:solidFill>
                <a:latin typeface="Courier New"/>
                <a:ea typeface="Courier New"/>
                <a:cs typeface="Courier New"/>
              </a:defRPr>
            </a:lvl2pPr>
            <a:lvl3pPr algn="l">
              <a:defRPr sz="1875">
                <a:solidFill>
                  <a:srgbClr val="FFFFFF"/>
                </a:solidFill>
                <a:latin typeface="Courier New"/>
                <a:ea typeface="Courier New"/>
                <a:cs typeface="Courier New"/>
              </a:defRPr>
            </a:lvl3pPr>
            <a:lvl4pPr algn="l">
              <a:defRPr sz="1875">
                <a:solidFill>
                  <a:srgbClr val="FFFFFF"/>
                </a:solidFill>
                <a:latin typeface="Courier New"/>
                <a:ea typeface="Courier New"/>
                <a:cs typeface="Courier New"/>
              </a:defRPr>
            </a:lvl4pPr>
            <a:lvl5pPr algn="l">
              <a:defRPr sz="1875">
                <a:solidFill>
                  <a:srgbClr val="FFFFFF"/>
                </a:solidFill>
                <a:latin typeface="Courier New"/>
                <a:ea typeface="Courier New"/>
                <a:cs typeface="Courier New"/>
              </a:defRPr>
            </a:lvl5pPr>
            <a:lvl6pPr algn="l">
              <a:defRPr sz="1875">
                <a:solidFill>
                  <a:srgbClr val="FFFFFF"/>
                </a:solidFill>
                <a:latin typeface="Courier New"/>
                <a:ea typeface="Courier New"/>
                <a:cs typeface="Courier New"/>
              </a:defRPr>
            </a:lvl6pPr>
            <a:lvl7pPr algn="l">
              <a:defRPr sz="1875">
                <a:solidFill>
                  <a:srgbClr val="FFFFFF"/>
                </a:solidFill>
                <a:latin typeface="Courier New"/>
                <a:ea typeface="Courier New"/>
                <a:cs typeface="Courier New"/>
              </a:defRPr>
            </a:lvl7pPr>
            <a:lvl8pPr algn="l">
              <a:defRPr sz="1875">
                <a:solidFill>
                  <a:srgbClr val="FFFFFF"/>
                </a:solidFill>
                <a:latin typeface="Courier New"/>
                <a:ea typeface="Courier New"/>
                <a:cs typeface="Courier New"/>
              </a:defRPr>
            </a:lvl8pPr>
            <a:lvl9pPr algn="l">
              <a:defRPr sz="1875">
                <a:solidFill>
                  <a:srgbClr val="FFFFFF"/>
                </a:solidFill>
                <a:latin typeface="Courier New"/>
                <a:ea typeface="Courier New"/>
                <a:cs typeface="Courier New"/>
              </a:defRPr>
            </a:lvl9pPr>
          </a:lstStyle>
          <a:p>
            <a:pPr algn="l">
              <a:defRPr sz="1875">
                <a:solidFill>
                  <a:srgbClr val="FFFFFF"/>
                </a:solidFill>
                <a:latin typeface="Courier New"/>
                <a:ea typeface="Courier New"/>
                <a:cs typeface="Courier New"/>
              </a:defRPr>
            </a:pPr>
            <a:r>
              <a:rPr sz="1875">
                <a:solidFill>
                  <a:srgbClr val="FFFFFF"/>
                </a:solidFill>
                <a:latin typeface="Courier New"/>
                <a:ea typeface="Courier New"/>
                <a:cs typeface="Courier New"/>
              </a:rPr>
              <a:t>EXPECT_EQ(10, collection-&gt;at(0));</a:t>
            </a:r>
          </a:p>
        </p:txBody>
      </p:sp>
      <p:sp>
        <p:nvSpPr>
          <p:cNvPr id="202" name="Rectangle 201">
            <a:extLst>
              <a:ext uri="{FF2B5EF4-FFF2-40B4-BE49-F238E27FC236}">
                <a16:creationId xmlns:a16="http://schemas.microsoft.com/office/drawing/2014/main" id="{1CCC4DCE-5009-412A-950B-45A387527231}"/>
              </a:ext>
            </a:extLst>
          </p:cNvPr>
          <p:cNvSpPr>
            <a:spLocks noGrp="1"/>
          </p:cNvSpPr>
          <p:nvPr/>
        </p:nvSpPr>
        <p:spPr>
          <a:xfrm>
            <a:off x="685800" y="3163824"/>
            <a:ext cx="10144125" cy="301752"/>
          </a:xfrm>
          <a:prstGeom prst="rect">
            <a:avLst/>
          </a:prstGeom>
          <a:noFill/>
          <a:ln w="0">
            <a:noFill/>
          </a:ln>
        </p:spPr>
        <p:txBody>
          <a:bodyPr anchor="ctr"/>
          <a:lstStyle>
            <a:defPPr algn="l">
              <a:defRPr sz="1875">
                <a:solidFill>
                  <a:srgbClr val="FFFFFF"/>
                </a:solidFill>
                <a:latin typeface="Courier New"/>
                <a:ea typeface="Courier New"/>
                <a:cs typeface="Courier New"/>
              </a:defRPr>
            </a:defPPr>
            <a:lvl1pPr algn="l">
              <a:defRPr sz="1875">
                <a:solidFill>
                  <a:srgbClr val="FFFFFF"/>
                </a:solidFill>
                <a:latin typeface="Courier New"/>
                <a:ea typeface="Courier New"/>
                <a:cs typeface="Courier New"/>
              </a:defRPr>
            </a:lvl1pPr>
            <a:lvl2pPr algn="l">
              <a:defRPr sz="1875">
                <a:solidFill>
                  <a:srgbClr val="FFFFFF"/>
                </a:solidFill>
                <a:latin typeface="Courier New"/>
                <a:ea typeface="Courier New"/>
                <a:cs typeface="Courier New"/>
              </a:defRPr>
            </a:lvl2pPr>
            <a:lvl3pPr algn="l">
              <a:defRPr sz="1875">
                <a:solidFill>
                  <a:srgbClr val="FFFFFF"/>
                </a:solidFill>
                <a:latin typeface="Courier New"/>
                <a:ea typeface="Courier New"/>
                <a:cs typeface="Courier New"/>
              </a:defRPr>
            </a:lvl3pPr>
            <a:lvl4pPr algn="l">
              <a:defRPr sz="1875">
                <a:solidFill>
                  <a:srgbClr val="FFFFFF"/>
                </a:solidFill>
                <a:latin typeface="Courier New"/>
                <a:ea typeface="Courier New"/>
                <a:cs typeface="Courier New"/>
              </a:defRPr>
            </a:lvl4pPr>
            <a:lvl5pPr algn="l">
              <a:defRPr sz="1875">
                <a:solidFill>
                  <a:srgbClr val="FFFFFF"/>
                </a:solidFill>
                <a:latin typeface="Courier New"/>
                <a:ea typeface="Courier New"/>
                <a:cs typeface="Courier New"/>
              </a:defRPr>
            </a:lvl5pPr>
            <a:lvl6pPr algn="l">
              <a:defRPr sz="1875">
                <a:solidFill>
                  <a:srgbClr val="FFFFFF"/>
                </a:solidFill>
                <a:latin typeface="Courier New"/>
                <a:ea typeface="Courier New"/>
                <a:cs typeface="Courier New"/>
              </a:defRPr>
            </a:lvl6pPr>
            <a:lvl7pPr algn="l">
              <a:defRPr sz="1875">
                <a:solidFill>
                  <a:srgbClr val="FFFFFF"/>
                </a:solidFill>
                <a:latin typeface="Courier New"/>
                <a:ea typeface="Courier New"/>
                <a:cs typeface="Courier New"/>
              </a:defRPr>
            </a:lvl7pPr>
            <a:lvl8pPr algn="l">
              <a:defRPr sz="1875">
                <a:solidFill>
                  <a:srgbClr val="FFFFFF"/>
                </a:solidFill>
                <a:latin typeface="Courier New"/>
                <a:ea typeface="Courier New"/>
                <a:cs typeface="Courier New"/>
              </a:defRPr>
            </a:lvl8pPr>
            <a:lvl9pPr algn="l">
              <a:defRPr sz="1875">
                <a:solidFill>
                  <a:srgbClr val="FFFFFF"/>
                </a:solidFill>
                <a:latin typeface="Courier New"/>
                <a:ea typeface="Courier New"/>
                <a:cs typeface="Courier New"/>
              </a:defRPr>
            </a:lvl9pPr>
          </a:lstStyle>
          <a:p>
            <a:pPr algn="l">
              <a:defRPr sz="1875">
                <a:solidFill>
                  <a:srgbClr val="FFFFFF"/>
                </a:solidFill>
                <a:latin typeface="Courier New"/>
                <a:ea typeface="Courier New"/>
                <a:cs typeface="Courier New"/>
              </a:defRPr>
            </a:pPr>
            <a:r>
              <a:rPr sz="1875">
                <a:solidFill>
                  <a:srgbClr val="FFFFFF"/>
                </a:solidFill>
                <a:latin typeface="Courier New"/>
                <a:ea typeface="Courier New"/>
                <a:cs typeface="Courier New"/>
              </a:rPr>
              <a:t>EXPECT_EQ(20, collection-&gt;at(1));</a:t>
            </a:r>
          </a:p>
        </p:txBody>
      </p:sp>
      <p:sp>
        <p:nvSpPr>
          <p:cNvPr id="203" name="Rectangle 202">
            <a:extLst>
              <a:ext uri="{FF2B5EF4-FFF2-40B4-BE49-F238E27FC236}">
                <a16:creationId xmlns:a16="http://schemas.microsoft.com/office/drawing/2014/main" id="{951A72DD-35A4-4E9B-8464-D175D8F1857E}"/>
              </a:ext>
            </a:extLst>
          </p:cNvPr>
          <p:cNvSpPr>
            <a:spLocks noGrp="1"/>
          </p:cNvSpPr>
          <p:nvPr/>
        </p:nvSpPr>
        <p:spPr>
          <a:xfrm>
            <a:off x="685800" y="3470148"/>
            <a:ext cx="10144125" cy="301752"/>
          </a:xfrm>
          <a:prstGeom prst="rect">
            <a:avLst/>
          </a:prstGeom>
          <a:noFill/>
          <a:ln w="0">
            <a:noFill/>
          </a:ln>
        </p:spPr>
        <p:txBody>
          <a:bodyPr anchor="ctr"/>
          <a:lstStyle>
            <a:defPPr algn="l">
              <a:defRPr sz="1800">
                <a:solidFill>
                  <a:srgbClr val="C5DDAE"/>
                </a:solidFill>
                <a:latin typeface="Century Gothic"/>
                <a:ea typeface="Century Gothic"/>
                <a:cs typeface="Century Gothic"/>
              </a:defRPr>
            </a:defPPr>
            <a:lvl1pPr algn="l">
              <a:defRPr sz="1800">
                <a:solidFill>
                  <a:srgbClr val="C5DDAE"/>
                </a:solidFill>
                <a:latin typeface="Century Gothic"/>
                <a:ea typeface="Century Gothic"/>
                <a:cs typeface="Century Gothic"/>
              </a:defRPr>
            </a:lvl1pPr>
            <a:lvl2pPr algn="l">
              <a:defRPr sz="1800">
                <a:solidFill>
                  <a:srgbClr val="C5DDAE"/>
                </a:solidFill>
                <a:latin typeface="Century Gothic"/>
                <a:ea typeface="Century Gothic"/>
                <a:cs typeface="Century Gothic"/>
              </a:defRPr>
            </a:lvl2pPr>
            <a:lvl3pPr algn="l">
              <a:defRPr sz="1800">
                <a:solidFill>
                  <a:srgbClr val="C5DDAE"/>
                </a:solidFill>
                <a:latin typeface="Century Gothic"/>
                <a:ea typeface="Century Gothic"/>
                <a:cs typeface="Century Gothic"/>
              </a:defRPr>
            </a:lvl3pPr>
            <a:lvl4pPr algn="l">
              <a:defRPr sz="1800">
                <a:solidFill>
                  <a:srgbClr val="C5DDAE"/>
                </a:solidFill>
                <a:latin typeface="Century Gothic"/>
                <a:ea typeface="Century Gothic"/>
                <a:cs typeface="Century Gothic"/>
              </a:defRPr>
            </a:lvl4pPr>
            <a:lvl5pPr algn="l">
              <a:defRPr sz="1800">
                <a:solidFill>
                  <a:srgbClr val="C5DDAE"/>
                </a:solidFill>
                <a:latin typeface="Century Gothic"/>
                <a:ea typeface="Century Gothic"/>
                <a:cs typeface="Century Gothic"/>
              </a:defRPr>
            </a:lvl5pPr>
            <a:lvl6pPr algn="l">
              <a:defRPr sz="1800">
                <a:solidFill>
                  <a:srgbClr val="C5DDAE"/>
                </a:solidFill>
                <a:latin typeface="Century Gothic"/>
                <a:ea typeface="Century Gothic"/>
                <a:cs typeface="Century Gothic"/>
              </a:defRPr>
            </a:lvl6pPr>
            <a:lvl7pPr algn="l">
              <a:defRPr sz="1800">
                <a:solidFill>
                  <a:srgbClr val="C5DDAE"/>
                </a:solidFill>
                <a:latin typeface="Century Gothic"/>
                <a:ea typeface="Century Gothic"/>
                <a:cs typeface="Century Gothic"/>
              </a:defRPr>
            </a:lvl7pPr>
            <a:lvl8pPr algn="l">
              <a:defRPr sz="1800">
                <a:solidFill>
                  <a:srgbClr val="C5DDAE"/>
                </a:solidFill>
                <a:latin typeface="Century Gothic"/>
                <a:ea typeface="Century Gothic"/>
                <a:cs typeface="Century Gothic"/>
              </a:defRPr>
            </a:lvl8pPr>
            <a:lvl9pPr algn="l">
              <a:defRPr sz="1800">
                <a:solidFill>
                  <a:srgbClr val="C5DDAE"/>
                </a:solidFill>
                <a:latin typeface="Century Gothic"/>
                <a:ea typeface="Century Gothic"/>
                <a:cs typeface="Century Gothic"/>
              </a:defRPr>
            </a:lvl9pPr>
          </a:lstStyle>
          <a:p>
            <a:pPr algn="l">
              <a:defRPr sz="1800">
                <a:solidFill>
                  <a:srgbClr val="C5DDAE"/>
                </a:solidFill>
                <a:latin typeface="Century Gothic"/>
                <a:ea typeface="Century Gothic"/>
                <a:cs typeface="Century Gothic"/>
              </a:defRPr>
            </a:pPr>
            <a:r>
              <a:rPr sz="1800">
                <a:solidFill>
                  <a:srgbClr val="C5DDAE"/>
                </a:solidFill>
                <a:latin typeface="Century Gothic"/>
                <a:ea typeface="Century Gothic"/>
                <a:cs typeface="Century Gothic"/>
              </a:rPr>
              <a:t>Result: passed in the saved Module Four output</a:t>
            </a:r>
          </a:p>
        </p:txBody>
      </p:sp>
      <p:sp>
        <p:nvSpPr>
          <p:cNvPr id="204" name="Rectangle 203">
            <a:extLst>
              <a:ext uri="{FF2B5EF4-FFF2-40B4-BE49-F238E27FC236}">
                <a16:creationId xmlns:a16="http://schemas.microsoft.com/office/drawing/2014/main" id="{134EB32B-9F1C-4B92-A57B-A796414ABBFE}"/>
              </a:ext>
            </a:extLst>
          </p:cNvPr>
          <p:cNvSpPr>
            <a:spLocks noGrp="1"/>
          </p:cNvSpPr>
          <p:nvPr/>
        </p:nvSpPr>
        <p:spPr>
          <a:xfrm>
            <a:off x="685800" y="5286375"/>
            <a:ext cx="10144125" cy="485775"/>
          </a:xfrm>
          <a:prstGeom prst="rect">
            <a:avLst/>
          </a:prstGeom>
          <a:noFill/>
          <a:ln w="0">
            <a:noFill/>
          </a:ln>
        </p:spPr>
        <p:txBody>
          <a:bodyPr anchor="ctr"/>
          <a:lstStyle>
            <a:defPPr algn="l">
              <a:defRPr sz="1800">
                <a:solidFill>
                  <a:srgbClr val="C5DDAE"/>
                </a:solidFill>
                <a:latin typeface="Century Gothic"/>
                <a:ea typeface="Century Gothic"/>
                <a:cs typeface="Century Gothic"/>
              </a:defRPr>
            </a:defPPr>
            <a:lvl1pPr algn="l">
              <a:defRPr sz="1800">
                <a:solidFill>
                  <a:srgbClr val="C5DDAE"/>
                </a:solidFill>
                <a:latin typeface="Century Gothic"/>
                <a:ea typeface="Century Gothic"/>
                <a:cs typeface="Century Gothic"/>
              </a:defRPr>
            </a:lvl1pPr>
            <a:lvl2pPr algn="l">
              <a:defRPr sz="1800">
                <a:solidFill>
                  <a:srgbClr val="C5DDAE"/>
                </a:solidFill>
                <a:latin typeface="Century Gothic"/>
                <a:ea typeface="Century Gothic"/>
                <a:cs typeface="Century Gothic"/>
              </a:defRPr>
            </a:lvl2pPr>
            <a:lvl3pPr algn="l">
              <a:defRPr sz="1800">
                <a:solidFill>
                  <a:srgbClr val="C5DDAE"/>
                </a:solidFill>
                <a:latin typeface="Century Gothic"/>
                <a:ea typeface="Century Gothic"/>
                <a:cs typeface="Century Gothic"/>
              </a:defRPr>
            </a:lvl3pPr>
            <a:lvl4pPr algn="l">
              <a:defRPr sz="1800">
                <a:solidFill>
                  <a:srgbClr val="C5DDAE"/>
                </a:solidFill>
                <a:latin typeface="Century Gothic"/>
                <a:ea typeface="Century Gothic"/>
                <a:cs typeface="Century Gothic"/>
              </a:defRPr>
            </a:lvl4pPr>
            <a:lvl5pPr algn="l">
              <a:defRPr sz="1800">
                <a:solidFill>
                  <a:srgbClr val="C5DDAE"/>
                </a:solidFill>
                <a:latin typeface="Century Gothic"/>
                <a:ea typeface="Century Gothic"/>
                <a:cs typeface="Century Gothic"/>
              </a:defRPr>
            </a:lvl5pPr>
            <a:lvl6pPr algn="l">
              <a:defRPr sz="1800">
                <a:solidFill>
                  <a:srgbClr val="C5DDAE"/>
                </a:solidFill>
                <a:latin typeface="Century Gothic"/>
                <a:ea typeface="Century Gothic"/>
                <a:cs typeface="Century Gothic"/>
              </a:defRPr>
            </a:lvl6pPr>
            <a:lvl7pPr algn="l">
              <a:defRPr sz="1800">
                <a:solidFill>
                  <a:srgbClr val="C5DDAE"/>
                </a:solidFill>
                <a:latin typeface="Century Gothic"/>
                <a:ea typeface="Century Gothic"/>
                <a:cs typeface="Century Gothic"/>
              </a:defRPr>
            </a:lvl7pPr>
            <a:lvl8pPr algn="l">
              <a:defRPr sz="1800">
                <a:solidFill>
                  <a:srgbClr val="C5DDAE"/>
                </a:solidFill>
                <a:latin typeface="Century Gothic"/>
                <a:ea typeface="Century Gothic"/>
                <a:cs typeface="Century Gothic"/>
              </a:defRPr>
            </a:lvl8pPr>
            <a:lvl9pPr algn="l">
              <a:defRPr sz="1800">
                <a:solidFill>
                  <a:srgbClr val="C5DDAE"/>
                </a:solidFill>
                <a:latin typeface="Century Gothic"/>
                <a:ea typeface="Century Gothic"/>
                <a:cs typeface="Century Gothic"/>
              </a:defRPr>
            </a:lvl9pPr>
          </a:lstStyle>
          <a:p>
            <a:endParaRPr/>
          </a:p>
        </p:txBody>
      </p:sp>
      <p:pic>
        <p:nvPicPr>
          <p:cNvPr id="205" name="Unit Test 1 Google Test screenshot" descr="Actual Google Test output for Unit Test 1"/>
          <p:cNvPicPr>
            <a:picLocks noChangeAspect="1"/>
          </p:cNvPicPr>
          <p:nvPr/>
        </p:nvPicPr>
        <p:blipFill>
          <a:blip r:embed="rId6"/>
          <a:srcRect t="64000"/>
          <a:stretch>
            <a:fillRect/>
          </a:stretch>
        </p:blipFill>
        <p:spPr>
          <a:xfrm>
            <a:off x="685800" y="4023360"/>
            <a:ext cx="10195560" cy="1940119"/>
          </a:xfrm>
          <a:prstGeom prst="rect">
            <a:avLst/>
          </a:prstGeom>
        </p:spPr>
      </p:pic>
      <p:pic>
        <p:nvPicPr>
          <p:cNvPr id="4" name="Audio 3">
            <a:extLst>
              <a:ext uri="{FF2B5EF4-FFF2-40B4-BE49-F238E27FC236}">
                <a16:creationId xmlns:a16="http://schemas.microsoft.com/office/drawing/2014/main" id="{9C4F83B3-6344-B9FD-949B-66DD23511FF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80444699"/>
      </p:ext>
    </p:extLst>
  </p:cSld>
  <p:clrMapOvr>
    <a:masterClrMapping/>
  </p:clrMapOvr>
  <mc:AlternateContent xmlns:mc="http://schemas.openxmlformats.org/markup-compatibility/2006" xmlns:p14="http://schemas.microsoft.com/office/powerpoint/2010/main">
    <mc:Choice Requires="p14">
      <p:transition spd="slow" p14:dur="2000" advTm="45184"/>
    </mc:Choice>
    <mc:Fallback xmlns="">
      <p:transition spd="slow" advTm="451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D9C09BF-7FE1-4460-830A-873C9901B3CC}"/>
              </a:ext>
            </a:extLst>
          </p:cNvPr>
          <p:cNvSpPr>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oAutofit/>
          </a:bodyPr>
          <a:lstStyle>
            <a:defPPr algn="r">
              <a:defRPr sz="3000">
                <a:solidFill>
                  <a:srgbClr val="FFFFFF"/>
                </a:solidFill>
                <a:latin typeface="Century Gothic"/>
                <a:ea typeface="Century Gothic"/>
                <a:cs typeface="Century Gothic"/>
              </a:defRPr>
            </a:defPPr>
            <a:lvl1pPr algn="r">
              <a:defRPr sz="3000">
                <a:solidFill>
                  <a:srgbClr val="FFFFFF"/>
                </a:solidFill>
                <a:latin typeface="Century Gothic"/>
                <a:ea typeface="Century Gothic"/>
                <a:cs typeface="Century Gothic"/>
              </a:defRPr>
            </a:lvl1pPr>
            <a:lvl2pPr algn="r">
              <a:defRPr sz="3000">
                <a:solidFill>
                  <a:srgbClr val="FFFFFF"/>
                </a:solidFill>
                <a:latin typeface="Century Gothic"/>
                <a:ea typeface="Century Gothic"/>
                <a:cs typeface="Century Gothic"/>
              </a:defRPr>
            </a:lvl2pPr>
            <a:lvl3pPr algn="r">
              <a:defRPr sz="3000">
                <a:solidFill>
                  <a:srgbClr val="FFFFFF"/>
                </a:solidFill>
                <a:latin typeface="Century Gothic"/>
                <a:ea typeface="Century Gothic"/>
                <a:cs typeface="Century Gothic"/>
              </a:defRPr>
            </a:lvl3pPr>
            <a:lvl4pPr algn="r">
              <a:defRPr sz="3000">
                <a:solidFill>
                  <a:srgbClr val="FFFFFF"/>
                </a:solidFill>
                <a:latin typeface="Century Gothic"/>
                <a:ea typeface="Century Gothic"/>
                <a:cs typeface="Century Gothic"/>
              </a:defRPr>
            </a:lvl4pPr>
            <a:lvl5pPr algn="r">
              <a:defRPr sz="3000">
                <a:solidFill>
                  <a:srgbClr val="FFFFFF"/>
                </a:solidFill>
                <a:latin typeface="Century Gothic"/>
                <a:ea typeface="Century Gothic"/>
                <a:cs typeface="Century Gothic"/>
              </a:defRPr>
            </a:lvl5pPr>
            <a:lvl6pPr algn="r">
              <a:defRPr sz="3000">
                <a:solidFill>
                  <a:srgbClr val="FFFFFF"/>
                </a:solidFill>
                <a:latin typeface="Century Gothic"/>
                <a:ea typeface="Century Gothic"/>
                <a:cs typeface="Century Gothic"/>
              </a:defRPr>
            </a:lvl6pPr>
            <a:lvl7pPr algn="r">
              <a:defRPr sz="3000">
                <a:solidFill>
                  <a:srgbClr val="FFFFFF"/>
                </a:solidFill>
                <a:latin typeface="Century Gothic"/>
                <a:ea typeface="Century Gothic"/>
                <a:cs typeface="Century Gothic"/>
              </a:defRPr>
            </a:lvl7pPr>
            <a:lvl8pPr algn="r">
              <a:defRPr sz="3000">
                <a:solidFill>
                  <a:srgbClr val="FFFFFF"/>
                </a:solidFill>
                <a:latin typeface="Century Gothic"/>
                <a:ea typeface="Century Gothic"/>
                <a:cs typeface="Century Gothic"/>
              </a:defRPr>
            </a:lvl8pPr>
            <a:lvl9pPr algn="r">
              <a:defRPr sz="30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SzPts val="1800"/>
              <a:buNone/>
              <a:defRPr sz="3000">
                <a:solidFill>
                  <a:srgbClr val="FFFFFF"/>
                </a:solidFill>
                <a:latin typeface="Century Gothic"/>
                <a:ea typeface="Century Gothic"/>
                <a:cs typeface="Century Gothic"/>
              </a:defRPr>
            </a:pPr>
            <a:r>
              <a:rPr sz="3000">
                <a:solidFill>
                  <a:srgbClr val="FFFFFF"/>
                </a:solidFill>
                <a:latin typeface="Century Gothic"/>
                <a:ea typeface="Century Gothic"/>
                <a:cs typeface="Century Gothic"/>
              </a:rPr>
              <a:t>Does resizing a vector larger increase its size?</a:t>
            </a:r>
            <a:endParaRPr/>
          </a:p>
        </p:txBody>
      </p:sp>
      <p:pic>
        <p:nvPicPr>
          <p:cNvPr id="197" name="Google Shape;197;g9504e29505_0_0">
            <a:extLst>
              <a:ext uri="{FF2B5EF4-FFF2-40B4-BE49-F238E27FC236}">
                <a16:creationId xmlns:a16="http://schemas.microsoft.com/office/drawing/2014/main" id="{9FD85964-8A21-46FB-AA3F-01ED31D3D566}"/>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198" name="Rectangle 197">
            <a:extLst>
              <a:ext uri="{FF2B5EF4-FFF2-40B4-BE49-F238E27FC236}">
                <a16:creationId xmlns:a16="http://schemas.microsoft.com/office/drawing/2014/main" id="{80D61268-0D97-4708-8868-7859F05CA4CE}"/>
              </a:ext>
            </a:extLst>
          </p:cNvPr>
          <p:cNvSpPr>
            <a:spLocks noGrp="1"/>
          </p:cNvSpPr>
          <p:nvPr/>
        </p:nvSpPr>
        <p:spPr>
          <a:xfrm>
            <a:off x="685800" y="1938528"/>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Positive test: vector grows from 5 elements to 10</a:t>
            </a:r>
          </a:p>
        </p:txBody>
      </p:sp>
      <p:sp>
        <p:nvSpPr>
          <p:cNvPr id="199" name="Rectangle 198">
            <a:extLst>
              <a:ext uri="{FF2B5EF4-FFF2-40B4-BE49-F238E27FC236}">
                <a16:creationId xmlns:a16="http://schemas.microsoft.com/office/drawing/2014/main" id="{99D9A25D-321D-4235-BC07-7A1A534F41F2}"/>
              </a:ext>
            </a:extLst>
          </p:cNvPr>
          <p:cNvSpPr>
            <a:spLocks noGrp="1"/>
          </p:cNvSpPr>
          <p:nvPr/>
        </p:nvSpPr>
        <p:spPr>
          <a:xfrm>
            <a:off x="685800" y="2244852"/>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Test: ResizeIncreasesSize</a:t>
            </a:r>
          </a:p>
        </p:txBody>
      </p:sp>
      <p:sp>
        <p:nvSpPr>
          <p:cNvPr id="200" name="Rectangle 199">
            <a:extLst>
              <a:ext uri="{FF2B5EF4-FFF2-40B4-BE49-F238E27FC236}">
                <a16:creationId xmlns:a16="http://schemas.microsoft.com/office/drawing/2014/main" id="{97F66526-3E34-4C0D-AE71-907789C7BA96}"/>
              </a:ext>
            </a:extLst>
          </p:cNvPr>
          <p:cNvSpPr>
            <a:spLocks noGrp="1"/>
          </p:cNvSpPr>
          <p:nvPr/>
        </p:nvSpPr>
        <p:spPr>
          <a:xfrm>
            <a:off x="685800" y="2551176"/>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Operation: resize(10)</a:t>
            </a:r>
          </a:p>
        </p:txBody>
      </p:sp>
      <p:sp>
        <p:nvSpPr>
          <p:cNvPr id="201" name="Rectangle 200">
            <a:extLst>
              <a:ext uri="{FF2B5EF4-FFF2-40B4-BE49-F238E27FC236}">
                <a16:creationId xmlns:a16="http://schemas.microsoft.com/office/drawing/2014/main" id="{3976F3B4-02DD-4024-9B6E-80CB94714559}"/>
              </a:ext>
            </a:extLst>
          </p:cNvPr>
          <p:cNvSpPr>
            <a:spLocks noGrp="1"/>
          </p:cNvSpPr>
          <p:nvPr/>
        </p:nvSpPr>
        <p:spPr>
          <a:xfrm>
            <a:off x="685800" y="2857500"/>
            <a:ext cx="10144125" cy="301752"/>
          </a:xfrm>
          <a:prstGeom prst="rect">
            <a:avLst/>
          </a:prstGeom>
          <a:noFill/>
          <a:ln w="0">
            <a:noFill/>
          </a:ln>
        </p:spPr>
        <p:txBody>
          <a:bodyPr anchor="ctr"/>
          <a:lstStyle>
            <a:defPPr algn="l">
              <a:defRPr sz="1875">
                <a:solidFill>
                  <a:srgbClr val="FFFFFF"/>
                </a:solidFill>
                <a:latin typeface="Courier New"/>
                <a:ea typeface="Courier New"/>
                <a:cs typeface="Courier New"/>
              </a:defRPr>
            </a:defPPr>
            <a:lvl1pPr algn="l">
              <a:defRPr sz="1875">
                <a:solidFill>
                  <a:srgbClr val="FFFFFF"/>
                </a:solidFill>
                <a:latin typeface="Courier New"/>
                <a:ea typeface="Courier New"/>
                <a:cs typeface="Courier New"/>
              </a:defRPr>
            </a:lvl1pPr>
            <a:lvl2pPr algn="l">
              <a:defRPr sz="1875">
                <a:solidFill>
                  <a:srgbClr val="FFFFFF"/>
                </a:solidFill>
                <a:latin typeface="Courier New"/>
                <a:ea typeface="Courier New"/>
                <a:cs typeface="Courier New"/>
              </a:defRPr>
            </a:lvl2pPr>
            <a:lvl3pPr algn="l">
              <a:defRPr sz="1875">
                <a:solidFill>
                  <a:srgbClr val="FFFFFF"/>
                </a:solidFill>
                <a:latin typeface="Courier New"/>
                <a:ea typeface="Courier New"/>
                <a:cs typeface="Courier New"/>
              </a:defRPr>
            </a:lvl3pPr>
            <a:lvl4pPr algn="l">
              <a:defRPr sz="1875">
                <a:solidFill>
                  <a:srgbClr val="FFFFFF"/>
                </a:solidFill>
                <a:latin typeface="Courier New"/>
                <a:ea typeface="Courier New"/>
                <a:cs typeface="Courier New"/>
              </a:defRPr>
            </a:lvl4pPr>
            <a:lvl5pPr algn="l">
              <a:defRPr sz="1875">
                <a:solidFill>
                  <a:srgbClr val="FFFFFF"/>
                </a:solidFill>
                <a:latin typeface="Courier New"/>
                <a:ea typeface="Courier New"/>
                <a:cs typeface="Courier New"/>
              </a:defRPr>
            </a:lvl5pPr>
            <a:lvl6pPr algn="l">
              <a:defRPr sz="1875">
                <a:solidFill>
                  <a:srgbClr val="FFFFFF"/>
                </a:solidFill>
                <a:latin typeface="Courier New"/>
                <a:ea typeface="Courier New"/>
                <a:cs typeface="Courier New"/>
              </a:defRPr>
            </a:lvl6pPr>
            <a:lvl7pPr algn="l">
              <a:defRPr sz="1875">
                <a:solidFill>
                  <a:srgbClr val="FFFFFF"/>
                </a:solidFill>
                <a:latin typeface="Courier New"/>
                <a:ea typeface="Courier New"/>
                <a:cs typeface="Courier New"/>
              </a:defRPr>
            </a:lvl7pPr>
            <a:lvl8pPr algn="l">
              <a:defRPr sz="1875">
                <a:solidFill>
                  <a:srgbClr val="FFFFFF"/>
                </a:solidFill>
                <a:latin typeface="Courier New"/>
                <a:ea typeface="Courier New"/>
                <a:cs typeface="Courier New"/>
              </a:defRPr>
            </a:lvl8pPr>
            <a:lvl9pPr algn="l">
              <a:defRPr sz="1875">
                <a:solidFill>
                  <a:srgbClr val="FFFFFF"/>
                </a:solidFill>
                <a:latin typeface="Courier New"/>
                <a:ea typeface="Courier New"/>
                <a:cs typeface="Courier New"/>
              </a:defRPr>
            </a:lvl9pPr>
          </a:lstStyle>
          <a:p>
            <a:pPr algn="l">
              <a:defRPr sz="1875">
                <a:solidFill>
                  <a:srgbClr val="FFFFFF"/>
                </a:solidFill>
                <a:latin typeface="Courier New"/>
                <a:ea typeface="Courier New"/>
                <a:cs typeface="Courier New"/>
              </a:defRPr>
            </a:pPr>
            <a:r>
              <a:rPr sz="1875">
                <a:solidFill>
                  <a:srgbClr val="FFFFFF"/>
                </a:solidFill>
                <a:latin typeface="Courier New"/>
                <a:ea typeface="Courier New"/>
                <a:cs typeface="Courier New"/>
              </a:rPr>
              <a:t>Expected result: vector size becomes 10</a:t>
            </a:r>
          </a:p>
        </p:txBody>
      </p:sp>
      <p:sp>
        <p:nvSpPr>
          <p:cNvPr id="202" name="Rectangle 201">
            <a:extLst>
              <a:ext uri="{FF2B5EF4-FFF2-40B4-BE49-F238E27FC236}">
                <a16:creationId xmlns:a16="http://schemas.microsoft.com/office/drawing/2014/main" id="{6C7F097E-161E-42A4-92EA-38C643C88D44}"/>
              </a:ext>
            </a:extLst>
          </p:cNvPr>
          <p:cNvSpPr>
            <a:spLocks noGrp="1"/>
          </p:cNvSpPr>
          <p:nvPr/>
        </p:nvSpPr>
        <p:spPr>
          <a:xfrm>
            <a:off x="685800" y="4238625"/>
            <a:ext cx="10144125" cy="485775"/>
          </a:xfrm>
          <a:prstGeom prst="rect">
            <a:avLst/>
          </a:prstGeom>
          <a:noFill/>
          <a:ln w="0">
            <a:noFill/>
          </a:ln>
        </p:spPr>
        <p:txBody>
          <a:bodyPr anchor="ctr"/>
          <a:lstStyle>
            <a:defPPr algn="l">
              <a:defRPr sz="1875">
                <a:solidFill>
                  <a:srgbClr val="FFFFFF"/>
                </a:solidFill>
                <a:latin typeface="Century Gothic"/>
                <a:ea typeface="Century Gothic"/>
                <a:cs typeface="Century Gothic"/>
              </a:defRPr>
            </a:defPPr>
            <a:lvl1pPr algn="l">
              <a:defRPr sz="1875">
                <a:solidFill>
                  <a:srgbClr val="FFFFFF"/>
                </a:solidFill>
                <a:latin typeface="Century Gothic"/>
                <a:ea typeface="Century Gothic"/>
                <a:cs typeface="Century Gothic"/>
              </a:defRPr>
            </a:lvl1pPr>
            <a:lvl2pPr algn="l">
              <a:defRPr sz="1875">
                <a:solidFill>
                  <a:srgbClr val="FFFFFF"/>
                </a:solidFill>
                <a:latin typeface="Century Gothic"/>
                <a:ea typeface="Century Gothic"/>
                <a:cs typeface="Century Gothic"/>
              </a:defRPr>
            </a:lvl2pPr>
            <a:lvl3pPr algn="l">
              <a:defRPr sz="1875">
                <a:solidFill>
                  <a:srgbClr val="FFFFFF"/>
                </a:solidFill>
                <a:latin typeface="Century Gothic"/>
                <a:ea typeface="Century Gothic"/>
                <a:cs typeface="Century Gothic"/>
              </a:defRPr>
            </a:lvl3pPr>
            <a:lvl4pPr algn="l">
              <a:defRPr sz="1875">
                <a:solidFill>
                  <a:srgbClr val="FFFFFF"/>
                </a:solidFill>
                <a:latin typeface="Century Gothic"/>
                <a:ea typeface="Century Gothic"/>
                <a:cs typeface="Century Gothic"/>
              </a:defRPr>
            </a:lvl4pPr>
            <a:lvl5pPr algn="l">
              <a:defRPr sz="1875">
                <a:solidFill>
                  <a:srgbClr val="FFFFFF"/>
                </a:solidFill>
                <a:latin typeface="Century Gothic"/>
                <a:ea typeface="Century Gothic"/>
                <a:cs typeface="Century Gothic"/>
              </a:defRPr>
            </a:lvl5pPr>
            <a:lvl6pPr algn="l">
              <a:defRPr sz="1875">
                <a:solidFill>
                  <a:srgbClr val="FFFFFF"/>
                </a:solidFill>
                <a:latin typeface="Century Gothic"/>
                <a:ea typeface="Century Gothic"/>
                <a:cs typeface="Century Gothic"/>
              </a:defRPr>
            </a:lvl6pPr>
            <a:lvl7pPr algn="l">
              <a:defRPr sz="1875">
                <a:solidFill>
                  <a:srgbClr val="FFFFFF"/>
                </a:solidFill>
                <a:latin typeface="Century Gothic"/>
                <a:ea typeface="Century Gothic"/>
                <a:cs typeface="Century Gothic"/>
              </a:defRPr>
            </a:lvl7pPr>
            <a:lvl8pPr algn="l">
              <a:defRPr sz="1875">
                <a:solidFill>
                  <a:srgbClr val="FFFFFF"/>
                </a:solidFill>
                <a:latin typeface="Century Gothic"/>
                <a:ea typeface="Century Gothic"/>
                <a:cs typeface="Century Gothic"/>
              </a:defRPr>
            </a:lvl8pPr>
            <a:lvl9pPr algn="l">
              <a:defRPr sz="1875">
                <a:solidFill>
                  <a:srgbClr val="FFFFFF"/>
                </a:solidFill>
                <a:latin typeface="Century Gothic"/>
                <a:ea typeface="Century Gothic"/>
                <a:cs typeface="Century Gothic"/>
              </a:defRPr>
            </a:lvl9pPr>
          </a:lstStyle>
          <a:p>
            <a:endParaRPr/>
          </a:p>
        </p:txBody>
      </p:sp>
      <p:sp>
        <p:nvSpPr>
          <p:cNvPr id="203" name="Rectangle 202">
            <a:extLst>
              <a:ext uri="{FF2B5EF4-FFF2-40B4-BE49-F238E27FC236}">
                <a16:creationId xmlns:a16="http://schemas.microsoft.com/office/drawing/2014/main" id="{92B07B1D-A004-4627-97B1-E14F51F8CE53}"/>
              </a:ext>
            </a:extLst>
          </p:cNvPr>
          <p:cNvSpPr>
            <a:spLocks noGrp="1"/>
          </p:cNvSpPr>
          <p:nvPr/>
        </p:nvSpPr>
        <p:spPr>
          <a:xfrm>
            <a:off x="685800" y="4762500"/>
            <a:ext cx="10144125" cy="485775"/>
          </a:xfrm>
          <a:prstGeom prst="rect">
            <a:avLst/>
          </a:prstGeom>
          <a:noFill/>
          <a:ln w="0">
            <a:noFill/>
          </a:ln>
        </p:spPr>
        <p:txBody>
          <a:bodyPr anchor="ctr"/>
          <a:lstStyle>
            <a:defPPr algn="l">
              <a:defRPr sz="1800">
                <a:solidFill>
                  <a:srgbClr val="C5DDAE"/>
                </a:solidFill>
                <a:latin typeface="Century Gothic"/>
                <a:ea typeface="Century Gothic"/>
                <a:cs typeface="Century Gothic"/>
              </a:defRPr>
            </a:defPPr>
            <a:lvl1pPr algn="l">
              <a:defRPr sz="1800">
                <a:solidFill>
                  <a:srgbClr val="C5DDAE"/>
                </a:solidFill>
                <a:latin typeface="Century Gothic"/>
                <a:ea typeface="Century Gothic"/>
                <a:cs typeface="Century Gothic"/>
              </a:defRPr>
            </a:lvl1pPr>
            <a:lvl2pPr algn="l">
              <a:defRPr sz="1800">
                <a:solidFill>
                  <a:srgbClr val="C5DDAE"/>
                </a:solidFill>
                <a:latin typeface="Century Gothic"/>
                <a:ea typeface="Century Gothic"/>
                <a:cs typeface="Century Gothic"/>
              </a:defRPr>
            </a:lvl2pPr>
            <a:lvl3pPr algn="l">
              <a:defRPr sz="1800">
                <a:solidFill>
                  <a:srgbClr val="C5DDAE"/>
                </a:solidFill>
                <a:latin typeface="Century Gothic"/>
                <a:ea typeface="Century Gothic"/>
                <a:cs typeface="Century Gothic"/>
              </a:defRPr>
            </a:lvl3pPr>
            <a:lvl4pPr algn="l">
              <a:defRPr sz="1800">
                <a:solidFill>
                  <a:srgbClr val="C5DDAE"/>
                </a:solidFill>
                <a:latin typeface="Century Gothic"/>
                <a:ea typeface="Century Gothic"/>
                <a:cs typeface="Century Gothic"/>
              </a:defRPr>
            </a:lvl4pPr>
            <a:lvl5pPr algn="l">
              <a:defRPr sz="1800">
                <a:solidFill>
                  <a:srgbClr val="C5DDAE"/>
                </a:solidFill>
                <a:latin typeface="Century Gothic"/>
                <a:ea typeface="Century Gothic"/>
                <a:cs typeface="Century Gothic"/>
              </a:defRPr>
            </a:lvl5pPr>
            <a:lvl6pPr algn="l">
              <a:defRPr sz="1800">
                <a:solidFill>
                  <a:srgbClr val="C5DDAE"/>
                </a:solidFill>
                <a:latin typeface="Century Gothic"/>
                <a:ea typeface="Century Gothic"/>
                <a:cs typeface="Century Gothic"/>
              </a:defRPr>
            </a:lvl6pPr>
            <a:lvl7pPr algn="l">
              <a:defRPr sz="1800">
                <a:solidFill>
                  <a:srgbClr val="C5DDAE"/>
                </a:solidFill>
                <a:latin typeface="Century Gothic"/>
                <a:ea typeface="Century Gothic"/>
                <a:cs typeface="Century Gothic"/>
              </a:defRPr>
            </a:lvl7pPr>
            <a:lvl8pPr algn="l">
              <a:defRPr sz="1800">
                <a:solidFill>
                  <a:srgbClr val="C5DDAE"/>
                </a:solidFill>
                <a:latin typeface="Century Gothic"/>
                <a:ea typeface="Century Gothic"/>
                <a:cs typeface="Century Gothic"/>
              </a:defRPr>
            </a:lvl8pPr>
            <a:lvl9pPr algn="l">
              <a:defRPr sz="1800">
                <a:solidFill>
                  <a:srgbClr val="C5DDAE"/>
                </a:solidFill>
                <a:latin typeface="Century Gothic"/>
                <a:ea typeface="Century Gothic"/>
                <a:cs typeface="Century Gothic"/>
              </a:defRPr>
            </a:lvl9pPr>
          </a:lstStyle>
          <a:p>
            <a:endParaRPr/>
          </a:p>
        </p:txBody>
      </p:sp>
      <p:sp>
        <p:nvSpPr>
          <p:cNvPr id="204" name="Rectangle 203">
            <a:extLst>
              <a:ext uri="{FF2B5EF4-FFF2-40B4-BE49-F238E27FC236}">
                <a16:creationId xmlns:a16="http://schemas.microsoft.com/office/drawing/2014/main" id="{2CEA8036-F9FF-4397-BE02-82274CBF2BE2}"/>
              </a:ext>
            </a:extLst>
          </p:cNvPr>
          <p:cNvSpPr>
            <a:spLocks noGrp="1"/>
          </p:cNvSpPr>
          <p:nvPr/>
        </p:nvSpPr>
        <p:spPr>
          <a:xfrm>
            <a:off x="685800" y="5286375"/>
            <a:ext cx="10144125" cy="485775"/>
          </a:xfrm>
          <a:prstGeom prst="rect">
            <a:avLst/>
          </a:prstGeom>
          <a:noFill/>
          <a:ln w="0">
            <a:noFill/>
          </a:ln>
        </p:spPr>
        <p:txBody>
          <a:bodyPr anchor="ctr"/>
          <a:lstStyle>
            <a:defPPr algn="l">
              <a:defRPr sz="1800">
                <a:solidFill>
                  <a:srgbClr val="C5DDAE"/>
                </a:solidFill>
                <a:latin typeface="Century Gothic"/>
                <a:ea typeface="Century Gothic"/>
                <a:cs typeface="Century Gothic"/>
              </a:defRPr>
            </a:defPPr>
            <a:lvl1pPr algn="l">
              <a:defRPr sz="1800">
                <a:solidFill>
                  <a:srgbClr val="C5DDAE"/>
                </a:solidFill>
                <a:latin typeface="Century Gothic"/>
                <a:ea typeface="Century Gothic"/>
                <a:cs typeface="Century Gothic"/>
              </a:defRPr>
            </a:lvl1pPr>
            <a:lvl2pPr algn="l">
              <a:defRPr sz="1800">
                <a:solidFill>
                  <a:srgbClr val="C5DDAE"/>
                </a:solidFill>
                <a:latin typeface="Century Gothic"/>
                <a:ea typeface="Century Gothic"/>
                <a:cs typeface="Century Gothic"/>
              </a:defRPr>
            </a:lvl2pPr>
            <a:lvl3pPr algn="l">
              <a:defRPr sz="1800">
                <a:solidFill>
                  <a:srgbClr val="C5DDAE"/>
                </a:solidFill>
                <a:latin typeface="Century Gothic"/>
                <a:ea typeface="Century Gothic"/>
                <a:cs typeface="Century Gothic"/>
              </a:defRPr>
            </a:lvl3pPr>
            <a:lvl4pPr algn="l">
              <a:defRPr sz="1800">
                <a:solidFill>
                  <a:srgbClr val="C5DDAE"/>
                </a:solidFill>
                <a:latin typeface="Century Gothic"/>
                <a:ea typeface="Century Gothic"/>
                <a:cs typeface="Century Gothic"/>
              </a:defRPr>
            </a:lvl4pPr>
            <a:lvl5pPr algn="l">
              <a:defRPr sz="1800">
                <a:solidFill>
                  <a:srgbClr val="C5DDAE"/>
                </a:solidFill>
                <a:latin typeface="Century Gothic"/>
                <a:ea typeface="Century Gothic"/>
                <a:cs typeface="Century Gothic"/>
              </a:defRPr>
            </a:lvl5pPr>
            <a:lvl6pPr algn="l">
              <a:defRPr sz="1800">
                <a:solidFill>
                  <a:srgbClr val="C5DDAE"/>
                </a:solidFill>
                <a:latin typeface="Century Gothic"/>
                <a:ea typeface="Century Gothic"/>
                <a:cs typeface="Century Gothic"/>
              </a:defRPr>
            </a:lvl6pPr>
            <a:lvl7pPr algn="l">
              <a:defRPr sz="1800">
                <a:solidFill>
                  <a:srgbClr val="C5DDAE"/>
                </a:solidFill>
                <a:latin typeface="Century Gothic"/>
                <a:ea typeface="Century Gothic"/>
                <a:cs typeface="Century Gothic"/>
              </a:defRPr>
            </a:lvl7pPr>
            <a:lvl8pPr algn="l">
              <a:defRPr sz="1800">
                <a:solidFill>
                  <a:srgbClr val="C5DDAE"/>
                </a:solidFill>
                <a:latin typeface="Century Gothic"/>
                <a:ea typeface="Century Gothic"/>
                <a:cs typeface="Century Gothic"/>
              </a:defRPr>
            </a:lvl8pPr>
            <a:lvl9pPr algn="l">
              <a:defRPr sz="1800">
                <a:solidFill>
                  <a:srgbClr val="C5DDAE"/>
                </a:solidFill>
                <a:latin typeface="Century Gothic"/>
                <a:ea typeface="Century Gothic"/>
                <a:cs typeface="Century Gothic"/>
              </a:defRPr>
            </a:lvl9pPr>
          </a:lstStyle>
          <a:p>
            <a:endParaRPr/>
          </a:p>
        </p:txBody>
      </p:sp>
      <p:pic>
        <p:nvPicPr>
          <p:cNvPr id="205" name="Unit Test 2 Google Test screenshot" descr="Actual Google Test output for Unit Test 2"/>
          <p:cNvPicPr>
            <a:picLocks noChangeAspect="1"/>
          </p:cNvPicPr>
          <p:nvPr/>
        </p:nvPicPr>
        <p:blipFill>
          <a:blip r:embed="rId6"/>
          <a:stretch>
            <a:fillRect/>
          </a:stretch>
        </p:blipFill>
        <p:spPr>
          <a:xfrm>
            <a:off x="685800" y="4023360"/>
            <a:ext cx="9496044" cy="2267712"/>
          </a:xfrm>
          <a:prstGeom prst="rect">
            <a:avLst/>
          </a:prstGeom>
        </p:spPr>
      </p:pic>
      <p:sp>
        <p:nvSpPr>
          <p:cNvPr id="999" name="Rectangle 200">
            <a:extLst>
              <a:ext uri="{FF2B5EF4-FFF2-40B4-BE49-F238E27FC236}">
                <a16:creationId xmlns:a16="http://schemas.microsoft.com/office/drawing/2014/main" id="{3976F3B4-02DD-4024-9B6E-80CB94714559}"/>
              </a:ext>
            </a:extLst>
          </p:cNvPr>
          <p:cNvSpPr>
            <a:spLocks noGrp="1"/>
          </p:cNvSpPr>
          <p:nvPr/>
        </p:nvSpPr>
        <p:spPr>
          <a:xfrm>
            <a:off x="685800" y="3163824"/>
            <a:ext cx="10144125" cy="301752"/>
          </a:xfrm>
          <a:prstGeom prst="rect">
            <a:avLst/>
          </a:prstGeom>
          <a:noFill/>
          <a:ln w="0">
            <a:noFill/>
          </a:ln>
        </p:spPr>
        <p:txBody>
          <a:bodyPr anchor="ctr"/>
          <a:lstStyle>
            <a:defPPr algn="l">
              <a:defRPr sz="1875">
                <a:solidFill>
                  <a:srgbClr val="FFFFFF"/>
                </a:solidFill>
                <a:latin typeface="Courier New"/>
                <a:ea typeface="Courier New"/>
                <a:cs typeface="Courier New"/>
              </a:defRPr>
            </a:defPPr>
            <a:lvl1pPr algn="l">
              <a:defRPr sz="1875">
                <a:solidFill>
                  <a:srgbClr val="FFFFFF"/>
                </a:solidFill>
                <a:latin typeface="Courier New"/>
                <a:ea typeface="Courier New"/>
                <a:cs typeface="Courier New"/>
              </a:defRPr>
            </a:lvl1pPr>
            <a:lvl2pPr algn="l">
              <a:defRPr sz="1875">
                <a:solidFill>
                  <a:srgbClr val="FFFFFF"/>
                </a:solidFill>
                <a:latin typeface="Courier New"/>
                <a:ea typeface="Courier New"/>
                <a:cs typeface="Courier New"/>
              </a:defRPr>
            </a:lvl2pPr>
            <a:lvl3pPr algn="l">
              <a:defRPr sz="1875">
                <a:solidFill>
                  <a:srgbClr val="FFFFFF"/>
                </a:solidFill>
                <a:latin typeface="Courier New"/>
                <a:ea typeface="Courier New"/>
                <a:cs typeface="Courier New"/>
              </a:defRPr>
            </a:lvl3pPr>
            <a:lvl4pPr algn="l">
              <a:defRPr sz="1875">
                <a:solidFill>
                  <a:srgbClr val="FFFFFF"/>
                </a:solidFill>
                <a:latin typeface="Courier New"/>
                <a:ea typeface="Courier New"/>
                <a:cs typeface="Courier New"/>
              </a:defRPr>
            </a:lvl4pPr>
            <a:lvl5pPr algn="l">
              <a:defRPr sz="1875">
                <a:solidFill>
                  <a:srgbClr val="FFFFFF"/>
                </a:solidFill>
                <a:latin typeface="Courier New"/>
                <a:ea typeface="Courier New"/>
                <a:cs typeface="Courier New"/>
              </a:defRPr>
            </a:lvl5pPr>
            <a:lvl6pPr algn="l">
              <a:defRPr sz="1875">
                <a:solidFill>
                  <a:srgbClr val="FFFFFF"/>
                </a:solidFill>
                <a:latin typeface="Courier New"/>
                <a:ea typeface="Courier New"/>
                <a:cs typeface="Courier New"/>
              </a:defRPr>
            </a:lvl6pPr>
            <a:lvl7pPr algn="l">
              <a:defRPr sz="1875">
                <a:solidFill>
                  <a:srgbClr val="FFFFFF"/>
                </a:solidFill>
                <a:latin typeface="Courier New"/>
                <a:ea typeface="Courier New"/>
                <a:cs typeface="Courier New"/>
              </a:defRPr>
            </a:lvl7pPr>
            <a:lvl8pPr algn="l">
              <a:defRPr sz="1875">
                <a:solidFill>
                  <a:srgbClr val="FFFFFF"/>
                </a:solidFill>
                <a:latin typeface="Courier New"/>
                <a:ea typeface="Courier New"/>
                <a:cs typeface="Courier New"/>
              </a:defRPr>
            </a:lvl8pPr>
            <a:lvl9pPr algn="l">
              <a:defRPr sz="1875">
                <a:solidFill>
                  <a:srgbClr val="FFFFFF"/>
                </a:solidFill>
                <a:latin typeface="Courier New"/>
                <a:ea typeface="Courier New"/>
                <a:cs typeface="Courier New"/>
              </a:defRPr>
            </a:lvl9pPr>
          </a:lstStyle>
          <a:p>
            <a:pPr algn="l">
              <a:defRPr sz="1875">
                <a:solidFill>
                  <a:srgbClr val="FFFFFF"/>
                </a:solidFill>
                <a:latin typeface="Courier New"/>
                <a:ea typeface="Courier New"/>
                <a:cs typeface="Courier New"/>
              </a:defRPr>
            </a:pPr>
            <a:r>
              <a:rPr sz="1875">
                <a:solidFill>
                  <a:srgbClr val="FFFFFF"/>
                </a:solidFill>
                <a:latin typeface="Courier New"/>
                <a:ea typeface="Courier New"/>
                <a:cs typeface="Courier New"/>
              </a:rPr>
              <a:t>Actual result: Google Test passed</a:t>
            </a:r>
          </a:p>
        </p:txBody>
      </p:sp>
      <p:pic>
        <p:nvPicPr>
          <p:cNvPr id="4" name="Audio 3">
            <a:extLst>
              <a:ext uri="{FF2B5EF4-FFF2-40B4-BE49-F238E27FC236}">
                <a16:creationId xmlns:a16="http://schemas.microsoft.com/office/drawing/2014/main" id="{89BB8054-01A3-DE88-0354-590C914D93E4}"/>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80444699"/>
      </p:ext>
    </p:extLst>
  </p:cSld>
  <p:clrMapOvr>
    <a:masterClrMapping/>
  </p:clrMapOvr>
  <mc:AlternateContent xmlns:mc="http://schemas.openxmlformats.org/markup-compatibility/2006" xmlns:p14="http://schemas.microsoft.com/office/powerpoint/2010/main">
    <mc:Choice Requires="p14">
      <p:transition spd="slow" p14:dur="2000" advTm="38928"/>
    </mc:Choice>
    <mc:Fallback xmlns="">
      <p:transition spd="slow" advTm="389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D9C09BF-7FE1-4460-830A-873C9901B3CC}"/>
              </a:ext>
            </a:extLst>
          </p:cNvPr>
          <p:cNvSpPr>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oAutofit/>
          </a:bodyPr>
          <a:lstStyle>
            <a:defPPr algn="r">
              <a:defRPr sz="3000">
                <a:solidFill>
                  <a:srgbClr val="FFFFFF"/>
                </a:solidFill>
                <a:latin typeface="Century Gothic"/>
                <a:ea typeface="Century Gothic"/>
                <a:cs typeface="Century Gothic"/>
              </a:defRPr>
            </a:defPPr>
            <a:lvl1pPr algn="r">
              <a:defRPr sz="3000">
                <a:solidFill>
                  <a:srgbClr val="FFFFFF"/>
                </a:solidFill>
                <a:latin typeface="Century Gothic"/>
                <a:ea typeface="Century Gothic"/>
                <a:cs typeface="Century Gothic"/>
              </a:defRPr>
            </a:lvl1pPr>
            <a:lvl2pPr algn="r">
              <a:defRPr sz="3000">
                <a:solidFill>
                  <a:srgbClr val="FFFFFF"/>
                </a:solidFill>
                <a:latin typeface="Century Gothic"/>
                <a:ea typeface="Century Gothic"/>
                <a:cs typeface="Century Gothic"/>
              </a:defRPr>
            </a:lvl2pPr>
            <a:lvl3pPr algn="r">
              <a:defRPr sz="3000">
                <a:solidFill>
                  <a:srgbClr val="FFFFFF"/>
                </a:solidFill>
                <a:latin typeface="Century Gothic"/>
                <a:ea typeface="Century Gothic"/>
                <a:cs typeface="Century Gothic"/>
              </a:defRPr>
            </a:lvl3pPr>
            <a:lvl4pPr algn="r">
              <a:defRPr sz="3000">
                <a:solidFill>
                  <a:srgbClr val="FFFFFF"/>
                </a:solidFill>
                <a:latin typeface="Century Gothic"/>
                <a:ea typeface="Century Gothic"/>
                <a:cs typeface="Century Gothic"/>
              </a:defRPr>
            </a:lvl4pPr>
            <a:lvl5pPr algn="r">
              <a:defRPr sz="3000">
                <a:solidFill>
                  <a:srgbClr val="FFFFFF"/>
                </a:solidFill>
                <a:latin typeface="Century Gothic"/>
                <a:ea typeface="Century Gothic"/>
                <a:cs typeface="Century Gothic"/>
              </a:defRPr>
            </a:lvl5pPr>
            <a:lvl6pPr algn="r">
              <a:defRPr sz="3000">
                <a:solidFill>
                  <a:srgbClr val="FFFFFF"/>
                </a:solidFill>
                <a:latin typeface="Century Gothic"/>
                <a:ea typeface="Century Gothic"/>
                <a:cs typeface="Century Gothic"/>
              </a:defRPr>
            </a:lvl6pPr>
            <a:lvl7pPr algn="r">
              <a:defRPr sz="3000">
                <a:solidFill>
                  <a:srgbClr val="FFFFFF"/>
                </a:solidFill>
                <a:latin typeface="Century Gothic"/>
                <a:ea typeface="Century Gothic"/>
                <a:cs typeface="Century Gothic"/>
              </a:defRPr>
            </a:lvl7pPr>
            <a:lvl8pPr algn="r">
              <a:defRPr sz="3000">
                <a:solidFill>
                  <a:srgbClr val="FFFFFF"/>
                </a:solidFill>
                <a:latin typeface="Century Gothic"/>
                <a:ea typeface="Century Gothic"/>
                <a:cs typeface="Century Gothic"/>
              </a:defRPr>
            </a:lvl8pPr>
            <a:lvl9pPr algn="r">
              <a:defRPr sz="30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SzPts val="1800"/>
              <a:buNone/>
              <a:defRPr sz="3000">
                <a:solidFill>
                  <a:srgbClr val="FFFFFF"/>
                </a:solidFill>
                <a:latin typeface="Century Gothic"/>
                <a:ea typeface="Century Gothic"/>
                <a:cs typeface="Century Gothic"/>
              </a:defRPr>
            </a:pPr>
            <a:r>
              <a:rPr sz="3000">
                <a:solidFill>
                  <a:srgbClr val="FFFFFF"/>
                </a:solidFill>
                <a:latin typeface="Century Gothic"/>
                <a:ea typeface="Century Gothic"/>
                <a:cs typeface="Century Gothic"/>
              </a:rPr>
              <a:t>Does at() reject an invalid index?</a:t>
            </a:r>
            <a:endParaRPr/>
          </a:p>
        </p:txBody>
      </p:sp>
      <p:pic>
        <p:nvPicPr>
          <p:cNvPr id="197" name="Google Shape;197;g9504e29505_0_0">
            <a:extLst>
              <a:ext uri="{FF2B5EF4-FFF2-40B4-BE49-F238E27FC236}">
                <a16:creationId xmlns:a16="http://schemas.microsoft.com/office/drawing/2014/main" id="{9FD85964-8A21-46FB-AA3F-01ED31D3D566}"/>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198" name="Rectangle 197">
            <a:extLst>
              <a:ext uri="{FF2B5EF4-FFF2-40B4-BE49-F238E27FC236}">
                <a16:creationId xmlns:a16="http://schemas.microsoft.com/office/drawing/2014/main" id="{8B69E1B1-CB37-4273-B9B0-20F46FCD8B56}"/>
              </a:ext>
            </a:extLst>
          </p:cNvPr>
          <p:cNvSpPr>
            <a:spLocks noGrp="1"/>
          </p:cNvSpPr>
          <p:nvPr/>
        </p:nvSpPr>
        <p:spPr>
          <a:xfrm>
            <a:off x="685800" y="1938528"/>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Negative test: an index equal to size is out of bounds</a:t>
            </a:r>
          </a:p>
        </p:txBody>
      </p:sp>
      <p:sp>
        <p:nvSpPr>
          <p:cNvPr id="199" name="Rectangle 198">
            <a:extLst>
              <a:ext uri="{FF2B5EF4-FFF2-40B4-BE49-F238E27FC236}">
                <a16:creationId xmlns:a16="http://schemas.microsoft.com/office/drawing/2014/main" id="{496303E6-D5A2-4B1C-B95D-1A497210C3BF}"/>
              </a:ext>
            </a:extLst>
          </p:cNvPr>
          <p:cNvSpPr>
            <a:spLocks noGrp="1"/>
          </p:cNvSpPr>
          <p:nvPr/>
        </p:nvSpPr>
        <p:spPr>
          <a:xfrm>
            <a:off x="685800" y="2244852"/>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Test: AtThrowsWhenIndexEqualsSize</a:t>
            </a:r>
          </a:p>
        </p:txBody>
      </p:sp>
      <p:sp>
        <p:nvSpPr>
          <p:cNvPr id="200" name="Rectangle 199">
            <a:extLst>
              <a:ext uri="{FF2B5EF4-FFF2-40B4-BE49-F238E27FC236}">
                <a16:creationId xmlns:a16="http://schemas.microsoft.com/office/drawing/2014/main" id="{A65A6010-5A2C-4C15-B48D-BEB7C6B50CA4}"/>
              </a:ext>
            </a:extLst>
          </p:cNvPr>
          <p:cNvSpPr>
            <a:spLocks noGrp="1"/>
          </p:cNvSpPr>
          <p:nvPr/>
        </p:nvSpPr>
        <p:spPr>
          <a:xfrm>
            <a:off x="685800" y="2551176"/>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With 5 elements, only indices 0 through 4 are valid</a:t>
            </a:r>
          </a:p>
        </p:txBody>
      </p:sp>
      <p:sp>
        <p:nvSpPr>
          <p:cNvPr id="201" name="Rectangle 200">
            <a:extLst>
              <a:ext uri="{FF2B5EF4-FFF2-40B4-BE49-F238E27FC236}">
                <a16:creationId xmlns:a16="http://schemas.microsoft.com/office/drawing/2014/main" id="{B1602794-690C-4551-B556-CBD0047DA8F6}"/>
              </a:ext>
            </a:extLst>
          </p:cNvPr>
          <p:cNvSpPr>
            <a:spLocks noGrp="1"/>
          </p:cNvSpPr>
          <p:nvPr/>
        </p:nvSpPr>
        <p:spPr>
          <a:xfrm>
            <a:off x="685800" y="2857500"/>
            <a:ext cx="10144125" cy="301752"/>
          </a:xfrm>
          <a:prstGeom prst="rect">
            <a:avLst/>
          </a:prstGeom>
          <a:noFill/>
          <a:ln w="0">
            <a:noFill/>
          </a:ln>
        </p:spPr>
        <p:txBody>
          <a:bodyPr anchor="ctr"/>
          <a:lstStyle>
            <a:defPPr algn="l">
              <a:defRPr sz="1875">
                <a:solidFill>
                  <a:srgbClr val="FFFFFF"/>
                </a:solidFill>
                <a:latin typeface="Courier New"/>
                <a:ea typeface="Courier New"/>
                <a:cs typeface="Courier New"/>
              </a:defRPr>
            </a:defPPr>
            <a:lvl1pPr algn="l">
              <a:defRPr sz="1875">
                <a:solidFill>
                  <a:srgbClr val="FFFFFF"/>
                </a:solidFill>
                <a:latin typeface="Courier New"/>
                <a:ea typeface="Courier New"/>
                <a:cs typeface="Courier New"/>
              </a:defRPr>
            </a:lvl1pPr>
            <a:lvl2pPr algn="l">
              <a:defRPr sz="1875">
                <a:solidFill>
                  <a:srgbClr val="FFFFFF"/>
                </a:solidFill>
                <a:latin typeface="Courier New"/>
                <a:ea typeface="Courier New"/>
                <a:cs typeface="Courier New"/>
              </a:defRPr>
            </a:lvl2pPr>
            <a:lvl3pPr algn="l">
              <a:defRPr sz="1875">
                <a:solidFill>
                  <a:srgbClr val="FFFFFF"/>
                </a:solidFill>
                <a:latin typeface="Courier New"/>
                <a:ea typeface="Courier New"/>
                <a:cs typeface="Courier New"/>
              </a:defRPr>
            </a:lvl3pPr>
            <a:lvl4pPr algn="l">
              <a:defRPr sz="1875">
                <a:solidFill>
                  <a:srgbClr val="FFFFFF"/>
                </a:solidFill>
                <a:latin typeface="Courier New"/>
                <a:ea typeface="Courier New"/>
                <a:cs typeface="Courier New"/>
              </a:defRPr>
            </a:lvl4pPr>
            <a:lvl5pPr algn="l">
              <a:defRPr sz="1875">
                <a:solidFill>
                  <a:srgbClr val="FFFFFF"/>
                </a:solidFill>
                <a:latin typeface="Courier New"/>
                <a:ea typeface="Courier New"/>
                <a:cs typeface="Courier New"/>
              </a:defRPr>
            </a:lvl5pPr>
            <a:lvl6pPr algn="l">
              <a:defRPr sz="1875">
                <a:solidFill>
                  <a:srgbClr val="FFFFFF"/>
                </a:solidFill>
                <a:latin typeface="Courier New"/>
                <a:ea typeface="Courier New"/>
                <a:cs typeface="Courier New"/>
              </a:defRPr>
            </a:lvl6pPr>
            <a:lvl7pPr algn="l">
              <a:defRPr sz="1875">
                <a:solidFill>
                  <a:srgbClr val="FFFFFF"/>
                </a:solidFill>
                <a:latin typeface="Courier New"/>
                <a:ea typeface="Courier New"/>
                <a:cs typeface="Courier New"/>
              </a:defRPr>
            </a:lvl7pPr>
            <a:lvl8pPr algn="l">
              <a:defRPr sz="1875">
                <a:solidFill>
                  <a:srgbClr val="FFFFFF"/>
                </a:solidFill>
                <a:latin typeface="Courier New"/>
                <a:ea typeface="Courier New"/>
                <a:cs typeface="Courier New"/>
              </a:defRPr>
            </a:lvl8pPr>
            <a:lvl9pPr algn="l">
              <a:defRPr sz="1875">
                <a:solidFill>
                  <a:srgbClr val="FFFFFF"/>
                </a:solidFill>
                <a:latin typeface="Courier New"/>
                <a:ea typeface="Courier New"/>
                <a:cs typeface="Courier New"/>
              </a:defRPr>
            </a:lvl9pPr>
          </a:lstStyle>
          <a:p>
            <a:pPr algn="l">
              <a:defRPr sz="1875">
                <a:solidFill>
                  <a:srgbClr val="FFFFFF"/>
                </a:solidFill>
                <a:latin typeface="Courier New"/>
                <a:ea typeface="Courier New"/>
                <a:cs typeface="Courier New"/>
              </a:defRPr>
            </a:pPr>
            <a:r>
              <a:rPr sz="1875">
                <a:solidFill>
                  <a:srgbClr val="FFFFFF"/>
                </a:solidFill>
                <a:latin typeface="Courier New"/>
                <a:ea typeface="Courier New"/>
                <a:cs typeface="Courier New"/>
              </a:rPr>
              <a:t>EXPECT_THROW(collection-&gt;at(collection-&gt;size()),</a:t>
            </a:r>
          </a:p>
        </p:txBody>
      </p:sp>
      <p:sp>
        <p:nvSpPr>
          <p:cNvPr id="202" name="Rectangle 201">
            <a:extLst>
              <a:ext uri="{FF2B5EF4-FFF2-40B4-BE49-F238E27FC236}">
                <a16:creationId xmlns:a16="http://schemas.microsoft.com/office/drawing/2014/main" id="{CB6FDF95-4804-4809-AE61-85122E3708C4}"/>
              </a:ext>
            </a:extLst>
          </p:cNvPr>
          <p:cNvSpPr>
            <a:spLocks noGrp="1"/>
          </p:cNvSpPr>
          <p:nvPr/>
        </p:nvSpPr>
        <p:spPr>
          <a:xfrm>
            <a:off x="685800" y="3163824"/>
            <a:ext cx="10144125" cy="301752"/>
          </a:xfrm>
          <a:prstGeom prst="rect">
            <a:avLst/>
          </a:prstGeom>
          <a:noFill/>
          <a:ln w="0">
            <a:noFill/>
          </a:ln>
        </p:spPr>
        <p:txBody>
          <a:bodyPr anchor="ctr"/>
          <a:lstStyle>
            <a:defPPr algn="l">
              <a:defRPr sz="1875">
                <a:solidFill>
                  <a:srgbClr val="FFFFFF"/>
                </a:solidFill>
                <a:latin typeface="Century Gothic"/>
                <a:ea typeface="Century Gothic"/>
                <a:cs typeface="Century Gothic"/>
              </a:defRPr>
            </a:defPPr>
            <a:lvl1pPr algn="l">
              <a:defRPr sz="1875">
                <a:solidFill>
                  <a:srgbClr val="FFFFFF"/>
                </a:solidFill>
                <a:latin typeface="Century Gothic"/>
                <a:ea typeface="Century Gothic"/>
                <a:cs typeface="Century Gothic"/>
              </a:defRPr>
            </a:lvl1pPr>
            <a:lvl2pPr algn="l">
              <a:defRPr sz="1875">
                <a:solidFill>
                  <a:srgbClr val="FFFFFF"/>
                </a:solidFill>
                <a:latin typeface="Century Gothic"/>
                <a:ea typeface="Century Gothic"/>
                <a:cs typeface="Century Gothic"/>
              </a:defRPr>
            </a:lvl2pPr>
            <a:lvl3pPr algn="l">
              <a:defRPr sz="1875">
                <a:solidFill>
                  <a:srgbClr val="FFFFFF"/>
                </a:solidFill>
                <a:latin typeface="Century Gothic"/>
                <a:ea typeface="Century Gothic"/>
                <a:cs typeface="Century Gothic"/>
              </a:defRPr>
            </a:lvl3pPr>
            <a:lvl4pPr algn="l">
              <a:defRPr sz="1875">
                <a:solidFill>
                  <a:srgbClr val="FFFFFF"/>
                </a:solidFill>
                <a:latin typeface="Century Gothic"/>
                <a:ea typeface="Century Gothic"/>
                <a:cs typeface="Century Gothic"/>
              </a:defRPr>
            </a:lvl4pPr>
            <a:lvl5pPr algn="l">
              <a:defRPr sz="1875">
                <a:solidFill>
                  <a:srgbClr val="FFFFFF"/>
                </a:solidFill>
                <a:latin typeface="Century Gothic"/>
                <a:ea typeface="Century Gothic"/>
                <a:cs typeface="Century Gothic"/>
              </a:defRPr>
            </a:lvl5pPr>
            <a:lvl6pPr algn="l">
              <a:defRPr sz="1875">
                <a:solidFill>
                  <a:srgbClr val="FFFFFF"/>
                </a:solidFill>
                <a:latin typeface="Century Gothic"/>
                <a:ea typeface="Century Gothic"/>
                <a:cs typeface="Century Gothic"/>
              </a:defRPr>
            </a:lvl6pPr>
            <a:lvl7pPr algn="l">
              <a:defRPr sz="1875">
                <a:solidFill>
                  <a:srgbClr val="FFFFFF"/>
                </a:solidFill>
                <a:latin typeface="Century Gothic"/>
                <a:ea typeface="Century Gothic"/>
                <a:cs typeface="Century Gothic"/>
              </a:defRPr>
            </a:lvl7pPr>
            <a:lvl8pPr algn="l">
              <a:defRPr sz="1875">
                <a:solidFill>
                  <a:srgbClr val="FFFFFF"/>
                </a:solidFill>
                <a:latin typeface="Century Gothic"/>
                <a:ea typeface="Century Gothic"/>
                <a:cs typeface="Century Gothic"/>
              </a:defRPr>
            </a:lvl8pPr>
            <a:lvl9pPr algn="l">
              <a:defRPr sz="1875">
                <a:solidFill>
                  <a:srgbClr val="FFFFFF"/>
                </a:solidFill>
                <a:latin typeface="Century Gothic"/>
                <a:ea typeface="Century Gothic"/>
                <a:cs typeface="Century Gothic"/>
              </a:defRPr>
            </a:lvl9pPr>
          </a:lstStyle>
          <a:p>
            <a:pPr algn="l">
              <a:defRPr sz="1875">
                <a:solidFill>
                  <a:srgbClr val="FFFFFF"/>
                </a:solidFill>
                <a:latin typeface="Century Gothic"/>
                <a:ea typeface="Century Gothic"/>
                <a:cs typeface="Century Gothic"/>
              </a:defRPr>
            </a:pPr>
            <a:r>
              <a:rPr sz="1875">
                <a:solidFill>
                  <a:srgbClr val="FFFFFF"/>
                </a:solidFill>
                <a:latin typeface="Century Gothic"/>
                <a:ea typeface="Century Gothic"/>
                <a:cs typeface="Century Gothic"/>
              </a:rPr>
              <a:t>    std::out_of_range);</a:t>
            </a:r>
          </a:p>
        </p:txBody>
      </p:sp>
      <p:sp>
        <p:nvSpPr>
          <p:cNvPr id="203" name="Rectangle 202">
            <a:extLst>
              <a:ext uri="{FF2B5EF4-FFF2-40B4-BE49-F238E27FC236}">
                <a16:creationId xmlns:a16="http://schemas.microsoft.com/office/drawing/2014/main" id="{816A9ADD-9E7E-43ED-92C7-EEE301125CA5}"/>
              </a:ext>
            </a:extLst>
          </p:cNvPr>
          <p:cNvSpPr>
            <a:spLocks noGrp="1"/>
          </p:cNvSpPr>
          <p:nvPr/>
        </p:nvSpPr>
        <p:spPr>
          <a:xfrm>
            <a:off x="685800" y="3470148"/>
            <a:ext cx="10144125" cy="301752"/>
          </a:xfrm>
          <a:prstGeom prst="rect">
            <a:avLst/>
          </a:prstGeom>
          <a:noFill/>
          <a:ln w="0">
            <a:noFill/>
          </a:ln>
        </p:spPr>
        <p:txBody>
          <a:bodyPr anchor="ctr"/>
          <a:lstStyle>
            <a:defPPr algn="l">
              <a:defRPr sz="1800">
                <a:solidFill>
                  <a:srgbClr val="C5DDAE"/>
                </a:solidFill>
                <a:latin typeface="Century Gothic"/>
                <a:ea typeface="Century Gothic"/>
                <a:cs typeface="Century Gothic"/>
              </a:defRPr>
            </a:defPPr>
            <a:lvl1pPr algn="l">
              <a:defRPr sz="1800">
                <a:solidFill>
                  <a:srgbClr val="C5DDAE"/>
                </a:solidFill>
                <a:latin typeface="Century Gothic"/>
                <a:ea typeface="Century Gothic"/>
                <a:cs typeface="Century Gothic"/>
              </a:defRPr>
            </a:lvl1pPr>
            <a:lvl2pPr algn="l">
              <a:defRPr sz="1800">
                <a:solidFill>
                  <a:srgbClr val="C5DDAE"/>
                </a:solidFill>
                <a:latin typeface="Century Gothic"/>
                <a:ea typeface="Century Gothic"/>
                <a:cs typeface="Century Gothic"/>
              </a:defRPr>
            </a:lvl2pPr>
            <a:lvl3pPr algn="l">
              <a:defRPr sz="1800">
                <a:solidFill>
                  <a:srgbClr val="C5DDAE"/>
                </a:solidFill>
                <a:latin typeface="Century Gothic"/>
                <a:ea typeface="Century Gothic"/>
                <a:cs typeface="Century Gothic"/>
              </a:defRPr>
            </a:lvl3pPr>
            <a:lvl4pPr algn="l">
              <a:defRPr sz="1800">
                <a:solidFill>
                  <a:srgbClr val="C5DDAE"/>
                </a:solidFill>
                <a:latin typeface="Century Gothic"/>
                <a:ea typeface="Century Gothic"/>
                <a:cs typeface="Century Gothic"/>
              </a:defRPr>
            </a:lvl4pPr>
            <a:lvl5pPr algn="l">
              <a:defRPr sz="1800">
                <a:solidFill>
                  <a:srgbClr val="C5DDAE"/>
                </a:solidFill>
                <a:latin typeface="Century Gothic"/>
                <a:ea typeface="Century Gothic"/>
                <a:cs typeface="Century Gothic"/>
              </a:defRPr>
            </a:lvl5pPr>
            <a:lvl6pPr algn="l">
              <a:defRPr sz="1800">
                <a:solidFill>
                  <a:srgbClr val="C5DDAE"/>
                </a:solidFill>
                <a:latin typeface="Century Gothic"/>
                <a:ea typeface="Century Gothic"/>
                <a:cs typeface="Century Gothic"/>
              </a:defRPr>
            </a:lvl6pPr>
            <a:lvl7pPr algn="l">
              <a:defRPr sz="1800">
                <a:solidFill>
                  <a:srgbClr val="C5DDAE"/>
                </a:solidFill>
                <a:latin typeface="Century Gothic"/>
                <a:ea typeface="Century Gothic"/>
                <a:cs typeface="Century Gothic"/>
              </a:defRPr>
            </a:lvl7pPr>
            <a:lvl8pPr algn="l">
              <a:defRPr sz="1800">
                <a:solidFill>
                  <a:srgbClr val="C5DDAE"/>
                </a:solidFill>
                <a:latin typeface="Century Gothic"/>
                <a:ea typeface="Century Gothic"/>
                <a:cs typeface="Century Gothic"/>
              </a:defRPr>
            </a:lvl8pPr>
            <a:lvl9pPr algn="l">
              <a:defRPr sz="1800">
                <a:solidFill>
                  <a:srgbClr val="C5DDAE"/>
                </a:solidFill>
                <a:latin typeface="Century Gothic"/>
                <a:ea typeface="Century Gothic"/>
                <a:cs typeface="Century Gothic"/>
              </a:defRPr>
            </a:lvl9pPr>
          </a:lstStyle>
          <a:p>
            <a:pPr algn="l">
              <a:defRPr sz="1800">
                <a:solidFill>
                  <a:srgbClr val="C5DDAE"/>
                </a:solidFill>
                <a:latin typeface="Century Gothic"/>
                <a:ea typeface="Century Gothic"/>
                <a:cs typeface="Century Gothic"/>
              </a:defRPr>
            </a:pPr>
            <a:r>
              <a:rPr sz="1800">
                <a:solidFill>
                  <a:srgbClr val="C5DDAE"/>
                </a:solidFill>
                <a:latin typeface="Century Gothic"/>
                <a:ea typeface="Century Gothic"/>
                <a:cs typeface="Century Gothic"/>
              </a:rPr>
              <a:t>Result: passed in the saved Module Four output</a:t>
            </a:r>
          </a:p>
        </p:txBody>
      </p:sp>
      <p:sp>
        <p:nvSpPr>
          <p:cNvPr id="204" name="Rectangle 203">
            <a:extLst>
              <a:ext uri="{FF2B5EF4-FFF2-40B4-BE49-F238E27FC236}">
                <a16:creationId xmlns:a16="http://schemas.microsoft.com/office/drawing/2014/main" id="{4E47D431-8BA5-4913-86CA-44C4D4F75B53}"/>
              </a:ext>
            </a:extLst>
          </p:cNvPr>
          <p:cNvSpPr>
            <a:spLocks noGrp="1"/>
          </p:cNvSpPr>
          <p:nvPr/>
        </p:nvSpPr>
        <p:spPr>
          <a:xfrm>
            <a:off x="685800" y="5286375"/>
            <a:ext cx="10144125" cy="485775"/>
          </a:xfrm>
          <a:prstGeom prst="rect">
            <a:avLst/>
          </a:prstGeom>
          <a:noFill/>
          <a:ln w="0">
            <a:noFill/>
          </a:ln>
        </p:spPr>
        <p:txBody>
          <a:bodyPr anchor="ctr"/>
          <a:lstStyle>
            <a:defPPr algn="l">
              <a:defRPr sz="1800">
                <a:solidFill>
                  <a:srgbClr val="C5DDAE"/>
                </a:solidFill>
                <a:latin typeface="Century Gothic"/>
                <a:ea typeface="Century Gothic"/>
                <a:cs typeface="Century Gothic"/>
              </a:defRPr>
            </a:defPPr>
            <a:lvl1pPr algn="l">
              <a:defRPr sz="1800">
                <a:solidFill>
                  <a:srgbClr val="C5DDAE"/>
                </a:solidFill>
                <a:latin typeface="Century Gothic"/>
                <a:ea typeface="Century Gothic"/>
                <a:cs typeface="Century Gothic"/>
              </a:defRPr>
            </a:lvl1pPr>
            <a:lvl2pPr algn="l">
              <a:defRPr sz="1800">
                <a:solidFill>
                  <a:srgbClr val="C5DDAE"/>
                </a:solidFill>
                <a:latin typeface="Century Gothic"/>
                <a:ea typeface="Century Gothic"/>
                <a:cs typeface="Century Gothic"/>
              </a:defRPr>
            </a:lvl2pPr>
            <a:lvl3pPr algn="l">
              <a:defRPr sz="1800">
                <a:solidFill>
                  <a:srgbClr val="C5DDAE"/>
                </a:solidFill>
                <a:latin typeface="Century Gothic"/>
                <a:ea typeface="Century Gothic"/>
                <a:cs typeface="Century Gothic"/>
              </a:defRPr>
            </a:lvl3pPr>
            <a:lvl4pPr algn="l">
              <a:defRPr sz="1800">
                <a:solidFill>
                  <a:srgbClr val="C5DDAE"/>
                </a:solidFill>
                <a:latin typeface="Century Gothic"/>
                <a:ea typeface="Century Gothic"/>
                <a:cs typeface="Century Gothic"/>
              </a:defRPr>
            </a:lvl4pPr>
            <a:lvl5pPr algn="l">
              <a:defRPr sz="1800">
                <a:solidFill>
                  <a:srgbClr val="C5DDAE"/>
                </a:solidFill>
                <a:latin typeface="Century Gothic"/>
                <a:ea typeface="Century Gothic"/>
                <a:cs typeface="Century Gothic"/>
              </a:defRPr>
            </a:lvl5pPr>
            <a:lvl6pPr algn="l">
              <a:defRPr sz="1800">
                <a:solidFill>
                  <a:srgbClr val="C5DDAE"/>
                </a:solidFill>
                <a:latin typeface="Century Gothic"/>
                <a:ea typeface="Century Gothic"/>
                <a:cs typeface="Century Gothic"/>
              </a:defRPr>
            </a:lvl6pPr>
            <a:lvl7pPr algn="l">
              <a:defRPr sz="1800">
                <a:solidFill>
                  <a:srgbClr val="C5DDAE"/>
                </a:solidFill>
                <a:latin typeface="Century Gothic"/>
                <a:ea typeface="Century Gothic"/>
                <a:cs typeface="Century Gothic"/>
              </a:defRPr>
            </a:lvl7pPr>
            <a:lvl8pPr algn="l">
              <a:defRPr sz="1800">
                <a:solidFill>
                  <a:srgbClr val="C5DDAE"/>
                </a:solidFill>
                <a:latin typeface="Century Gothic"/>
                <a:ea typeface="Century Gothic"/>
                <a:cs typeface="Century Gothic"/>
              </a:defRPr>
            </a:lvl8pPr>
            <a:lvl9pPr algn="l">
              <a:defRPr sz="1800">
                <a:solidFill>
                  <a:srgbClr val="C5DDAE"/>
                </a:solidFill>
                <a:latin typeface="Century Gothic"/>
                <a:ea typeface="Century Gothic"/>
                <a:cs typeface="Century Gothic"/>
              </a:defRPr>
            </a:lvl9pPr>
          </a:lstStyle>
          <a:p>
            <a:endParaRPr/>
          </a:p>
        </p:txBody>
      </p:sp>
      <p:pic>
        <p:nvPicPr>
          <p:cNvPr id="205" name="Unit Test 3 Google Test screenshot" descr="Actual Google Test output for Unit Test 3"/>
          <p:cNvPicPr>
            <a:picLocks noChangeAspect="1"/>
          </p:cNvPicPr>
          <p:nvPr/>
        </p:nvPicPr>
        <p:blipFill>
          <a:blip r:embed="rId6"/>
          <a:stretch>
            <a:fillRect/>
          </a:stretch>
        </p:blipFill>
        <p:spPr>
          <a:xfrm>
            <a:off x="685800" y="4023360"/>
            <a:ext cx="10195560" cy="2261872"/>
          </a:xfrm>
          <a:prstGeom prst="rect">
            <a:avLst/>
          </a:prstGeom>
        </p:spPr>
      </p:pic>
      <p:pic>
        <p:nvPicPr>
          <p:cNvPr id="12" name="Audio 11">
            <a:extLst>
              <a:ext uri="{FF2B5EF4-FFF2-40B4-BE49-F238E27FC236}">
                <a16:creationId xmlns:a16="http://schemas.microsoft.com/office/drawing/2014/main" id="{8E5FCB46-56A3-288A-7CFB-CEABD48429B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80444699"/>
      </p:ext>
    </p:extLst>
  </p:cSld>
  <p:clrMapOvr>
    <a:masterClrMapping/>
  </p:clrMapOvr>
  <mc:AlternateContent xmlns:mc="http://schemas.openxmlformats.org/markup-compatibility/2006" xmlns:p14="http://schemas.microsoft.com/office/powerpoint/2010/main">
    <mc:Choice Requires="p14">
      <p:transition spd="slow" p14:dur="2000" advTm="40576"/>
    </mc:Choice>
    <mc:Fallback xmlns="">
      <p:transition spd="slow" advTm="405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D9C09BF-7FE1-4460-830A-873C9901B3CC}"/>
              </a:ext>
            </a:extLst>
          </p:cNvPr>
          <p:cNvSpPr>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oAutofit/>
          </a:bodyPr>
          <a:lstStyle>
            <a:defPPr algn="r">
              <a:defRPr sz="3000">
                <a:solidFill>
                  <a:srgbClr val="FFFFFF"/>
                </a:solidFill>
                <a:latin typeface="Century Gothic"/>
                <a:ea typeface="Century Gothic"/>
                <a:cs typeface="Century Gothic"/>
              </a:defRPr>
            </a:defPPr>
            <a:lvl1pPr algn="r">
              <a:defRPr sz="3000">
                <a:solidFill>
                  <a:srgbClr val="FFFFFF"/>
                </a:solidFill>
                <a:latin typeface="Century Gothic"/>
                <a:ea typeface="Century Gothic"/>
                <a:cs typeface="Century Gothic"/>
              </a:defRPr>
            </a:lvl1pPr>
            <a:lvl2pPr algn="r">
              <a:defRPr sz="3000">
                <a:solidFill>
                  <a:srgbClr val="FFFFFF"/>
                </a:solidFill>
                <a:latin typeface="Century Gothic"/>
                <a:ea typeface="Century Gothic"/>
                <a:cs typeface="Century Gothic"/>
              </a:defRPr>
            </a:lvl2pPr>
            <a:lvl3pPr algn="r">
              <a:defRPr sz="3000">
                <a:solidFill>
                  <a:srgbClr val="FFFFFF"/>
                </a:solidFill>
                <a:latin typeface="Century Gothic"/>
                <a:ea typeface="Century Gothic"/>
                <a:cs typeface="Century Gothic"/>
              </a:defRPr>
            </a:lvl3pPr>
            <a:lvl4pPr algn="r">
              <a:defRPr sz="3000">
                <a:solidFill>
                  <a:srgbClr val="FFFFFF"/>
                </a:solidFill>
                <a:latin typeface="Century Gothic"/>
                <a:ea typeface="Century Gothic"/>
                <a:cs typeface="Century Gothic"/>
              </a:defRPr>
            </a:lvl4pPr>
            <a:lvl5pPr algn="r">
              <a:defRPr sz="3000">
                <a:solidFill>
                  <a:srgbClr val="FFFFFF"/>
                </a:solidFill>
                <a:latin typeface="Century Gothic"/>
                <a:ea typeface="Century Gothic"/>
                <a:cs typeface="Century Gothic"/>
              </a:defRPr>
            </a:lvl5pPr>
            <a:lvl6pPr algn="r">
              <a:defRPr sz="3000">
                <a:solidFill>
                  <a:srgbClr val="FFFFFF"/>
                </a:solidFill>
                <a:latin typeface="Century Gothic"/>
                <a:ea typeface="Century Gothic"/>
                <a:cs typeface="Century Gothic"/>
              </a:defRPr>
            </a:lvl6pPr>
            <a:lvl7pPr algn="r">
              <a:defRPr sz="3000">
                <a:solidFill>
                  <a:srgbClr val="FFFFFF"/>
                </a:solidFill>
                <a:latin typeface="Century Gothic"/>
                <a:ea typeface="Century Gothic"/>
                <a:cs typeface="Century Gothic"/>
              </a:defRPr>
            </a:lvl7pPr>
            <a:lvl8pPr algn="r">
              <a:defRPr sz="3000">
                <a:solidFill>
                  <a:srgbClr val="FFFFFF"/>
                </a:solidFill>
                <a:latin typeface="Century Gothic"/>
                <a:ea typeface="Century Gothic"/>
                <a:cs typeface="Century Gothic"/>
              </a:defRPr>
            </a:lvl8pPr>
            <a:lvl9pPr algn="r">
              <a:defRPr sz="30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SzPts val="1800"/>
              <a:buNone/>
              <a:defRPr sz="3000">
                <a:solidFill>
                  <a:srgbClr val="FFFFFF"/>
                </a:solidFill>
                <a:latin typeface="Century Gothic"/>
                <a:ea typeface="Century Gothic"/>
                <a:cs typeface="Century Gothic"/>
              </a:defRPr>
            </a:pPr>
            <a:r>
              <a:rPr sz="3000">
                <a:solidFill>
                  <a:srgbClr val="FFFFFF"/>
                </a:solidFill>
                <a:latin typeface="Century Gothic"/>
                <a:ea typeface="Century Gothic"/>
                <a:cs typeface="Century Gothic"/>
              </a:rPr>
              <a:t>Does shrinking make an index invalid?</a:t>
            </a:r>
            <a:endParaRPr/>
          </a:p>
        </p:txBody>
      </p:sp>
      <p:pic>
        <p:nvPicPr>
          <p:cNvPr id="197" name="Google Shape;197;g9504e29505_0_0">
            <a:extLst>
              <a:ext uri="{FF2B5EF4-FFF2-40B4-BE49-F238E27FC236}">
                <a16:creationId xmlns:a16="http://schemas.microsoft.com/office/drawing/2014/main" id="{9FD85964-8A21-46FB-AA3F-01ED31D3D566}"/>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198" name="Rectangle 197">
            <a:extLst>
              <a:ext uri="{FF2B5EF4-FFF2-40B4-BE49-F238E27FC236}">
                <a16:creationId xmlns:a16="http://schemas.microsoft.com/office/drawing/2014/main" id="{A1AA0A53-C8C1-473B-9A90-2BE56E0CEBC8}"/>
              </a:ext>
            </a:extLst>
          </p:cNvPr>
          <p:cNvSpPr>
            <a:spLocks noGrp="1"/>
          </p:cNvSpPr>
          <p:nvPr/>
        </p:nvSpPr>
        <p:spPr>
          <a:xfrm>
            <a:off x="685800" y="1938528"/>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Negative test: shrinking makes an earlier index invalid</a:t>
            </a:r>
          </a:p>
        </p:txBody>
      </p:sp>
      <p:sp>
        <p:nvSpPr>
          <p:cNvPr id="199" name="Rectangle 198">
            <a:extLst>
              <a:ext uri="{FF2B5EF4-FFF2-40B4-BE49-F238E27FC236}">
                <a16:creationId xmlns:a16="http://schemas.microsoft.com/office/drawing/2014/main" id="{785E8EA3-E588-4A12-9C8B-117FFF92F672}"/>
              </a:ext>
            </a:extLst>
          </p:cNvPr>
          <p:cNvSpPr>
            <a:spLocks noGrp="1"/>
          </p:cNvSpPr>
          <p:nvPr/>
        </p:nvSpPr>
        <p:spPr>
          <a:xfrm>
            <a:off x="685800" y="2244852"/>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Test: AtThrowsForIndexInvalidatedByResize</a:t>
            </a:r>
          </a:p>
        </p:txBody>
      </p:sp>
      <p:sp>
        <p:nvSpPr>
          <p:cNvPr id="200" name="Rectangle 199">
            <a:extLst>
              <a:ext uri="{FF2B5EF4-FFF2-40B4-BE49-F238E27FC236}">
                <a16:creationId xmlns:a16="http://schemas.microsoft.com/office/drawing/2014/main" id="{81AA475C-B62C-40AC-BCC7-4014A2DA2F37}"/>
              </a:ext>
            </a:extLst>
          </p:cNvPr>
          <p:cNvSpPr>
            <a:spLocks noGrp="1"/>
          </p:cNvSpPr>
          <p:nvPr/>
        </p:nvSpPr>
        <p:spPr>
          <a:xfrm>
            <a:off x="685800" y="2551176"/>
            <a:ext cx="10144125" cy="301752"/>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at(4) works with 5 elements. After resize(2), it throws.</a:t>
            </a:r>
          </a:p>
        </p:txBody>
      </p:sp>
      <p:sp>
        <p:nvSpPr>
          <p:cNvPr id="201" name="Rectangle 200">
            <a:extLst>
              <a:ext uri="{FF2B5EF4-FFF2-40B4-BE49-F238E27FC236}">
                <a16:creationId xmlns:a16="http://schemas.microsoft.com/office/drawing/2014/main" id="{A5A02C8D-DDF4-403F-A4D8-B1B2CAAF6484}"/>
              </a:ext>
            </a:extLst>
          </p:cNvPr>
          <p:cNvSpPr>
            <a:spLocks noGrp="1"/>
          </p:cNvSpPr>
          <p:nvPr/>
        </p:nvSpPr>
        <p:spPr>
          <a:xfrm>
            <a:off x="685800" y="2857500"/>
            <a:ext cx="10144125" cy="301752"/>
          </a:xfrm>
          <a:prstGeom prst="rect">
            <a:avLst/>
          </a:prstGeom>
          <a:noFill/>
          <a:ln w="0">
            <a:noFill/>
          </a:ln>
        </p:spPr>
        <p:txBody>
          <a:bodyPr anchor="ctr"/>
          <a:lstStyle>
            <a:defPPr algn="l">
              <a:defRPr sz="1875">
                <a:solidFill>
                  <a:srgbClr val="FFFFFF"/>
                </a:solidFill>
                <a:latin typeface="Courier New"/>
                <a:ea typeface="Courier New"/>
                <a:cs typeface="Courier New"/>
              </a:defRPr>
            </a:defPPr>
            <a:lvl1pPr algn="l">
              <a:defRPr sz="1875">
                <a:solidFill>
                  <a:srgbClr val="FFFFFF"/>
                </a:solidFill>
                <a:latin typeface="Courier New"/>
                <a:ea typeface="Courier New"/>
                <a:cs typeface="Courier New"/>
              </a:defRPr>
            </a:lvl1pPr>
            <a:lvl2pPr algn="l">
              <a:defRPr sz="1875">
                <a:solidFill>
                  <a:srgbClr val="FFFFFF"/>
                </a:solidFill>
                <a:latin typeface="Courier New"/>
                <a:ea typeface="Courier New"/>
                <a:cs typeface="Courier New"/>
              </a:defRPr>
            </a:lvl2pPr>
            <a:lvl3pPr algn="l">
              <a:defRPr sz="1875">
                <a:solidFill>
                  <a:srgbClr val="FFFFFF"/>
                </a:solidFill>
                <a:latin typeface="Courier New"/>
                <a:ea typeface="Courier New"/>
                <a:cs typeface="Courier New"/>
              </a:defRPr>
            </a:lvl3pPr>
            <a:lvl4pPr algn="l">
              <a:defRPr sz="1875">
                <a:solidFill>
                  <a:srgbClr val="FFFFFF"/>
                </a:solidFill>
                <a:latin typeface="Courier New"/>
                <a:ea typeface="Courier New"/>
                <a:cs typeface="Courier New"/>
              </a:defRPr>
            </a:lvl4pPr>
            <a:lvl5pPr algn="l">
              <a:defRPr sz="1875">
                <a:solidFill>
                  <a:srgbClr val="FFFFFF"/>
                </a:solidFill>
                <a:latin typeface="Courier New"/>
                <a:ea typeface="Courier New"/>
                <a:cs typeface="Courier New"/>
              </a:defRPr>
            </a:lvl5pPr>
            <a:lvl6pPr algn="l">
              <a:defRPr sz="1875">
                <a:solidFill>
                  <a:srgbClr val="FFFFFF"/>
                </a:solidFill>
                <a:latin typeface="Courier New"/>
                <a:ea typeface="Courier New"/>
                <a:cs typeface="Courier New"/>
              </a:defRPr>
            </a:lvl6pPr>
            <a:lvl7pPr algn="l">
              <a:defRPr sz="1875">
                <a:solidFill>
                  <a:srgbClr val="FFFFFF"/>
                </a:solidFill>
                <a:latin typeface="Courier New"/>
                <a:ea typeface="Courier New"/>
                <a:cs typeface="Courier New"/>
              </a:defRPr>
            </a:lvl7pPr>
            <a:lvl8pPr algn="l">
              <a:defRPr sz="1875">
                <a:solidFill>
                  <a:srgbClr val="FFFFFF"/>
                </a:solidFill>
                <a:latin typeface="Courier New"/>
                <a:ea typeface="Courier New"/>
                <a:cs typeface="Courier New"/>
              </a:defRPr>
            </a:lvl8pPr>
            <a:lvl9pPr algn="l">
              <a:defRPr sz="1875">
                <a:solidFill>
                  <a:srgbClr val="FFFFFF"/>
                </a:solidFill>
                <a:latin typeface="Courier New"/>
                <a:ea typeface="Courier New"/>
                <a:cs typeface="Courier New"/>
              </a:defRPr>
            </a:lvl9pPr>
          </a:lstStyle>
          <a:p>
            <a:pPr algn="l">
              <a:defRPr sz="1875">
                <a:solidFill>
                  <a:srgbClr val="FFFFFF"/>
                </a:solidFill>
                <a:latin typeface="Courier New"/>
                <a:ea typeface="Courier New"/>
                <a:cs typeface="Courier New"/>
              </a:defRPr>
            </a:pPr>
            <a:r>
              <a:rPr sz="1875">
                <a:solidFill>
                  <a:srgbClr val="FFFFFF"/>
                </a:solidFill>
                <a:latin typeface="Courier New"/>
                <a:ea typeface="Courier New"/>
                <a:cs typeface="Courier New"/>
              </a:rPr>
              <a:t>EXPECT_THROW(collection-&gt;at(4), std::out_of_range);</a:t>
            </a:r>
          </a:p>
        </p:txBody>
      </p:sp>
      <p:sp>
        <p:nvSpPr>
          <p:cNvPr id="202" name="Rectangle 201">
            <a:extLst>
              <a:ext uri="{FF2B5EF4-FFF2-40B4-BE49-F238E27FC236}">
                <a16:creationId xmlns:a16="http://schemas.microsoft.com/office/drawing/2014/main" id="{C9DA8F7E-BFC3-4CA0-9251-B98AD278E84D}"/>
              </a:ext>
            </a:extLst>
          </p:cNvPr>
          <p:cNvSpPr>
            <a:spLocks noGrp="1"/>
          </p:cNvSpPr>
          <p:nvPr/>
        </p:nvSpPr>
        <p:spPr>
          <a:xfrm>
            <a:off x="685800" y="3163824"/>
            <a:ext cx="10144125" cy="301752"/>
          </a:xfrm>
          <a:prstGeom prst="rect">
            <a:avLst/>
          </a:prstGeom>
          <a:noFill/>
          <a:ln w="0">
            <a:noFill/>
          </a:ln>
        </p:spPr>
        <p:txBody>
          <a:bodyPr anchor="ctr"/>
          <a:lstStyle>
            <a:defPPr algn="l">
              <a:defRPr sz="1875">
                <a:solidFill>
                  <a:srgbClr val="FFFFFF"/>
                </a:solidFill>
                <a:latin typeface="Century Gothic"/>
                <a:ea typeface="Century Gothic"/>
                <a:cs typeface="Century Gothic"/>
              </a:defRPr>
            </a:defPPr>
            <a:lvl1pPr algn="l">
              <a:defRPr sz="1875">
                <a:solidFill>
                  <a:srgbClr val="FFFFFF"/>
                </a:solidFill>
                <a:latin typeface="Century Gothic"/>
                <a:ea typeface="Century Gothic"/>
                <a:cs typeface="Century Gothic"/>
              </a:defRPr>
            </a:lvl1pPr>
            <a:lvl2pPr algn="l">
              <a:defRPr sz="1875">
                <a:solidFill>
                  <a:srgbClr val="FFFFFF"/>
                </a:solidFill>
                <a:latin typeface="Century Gothic"/>
                <a:ea typeface="Century Gothic"/>
                <a:cs typeface="Century Gothic"/>
              </a:defRPr>
            </a:lvl2pPr>
            <a:lvl3pPr algn="l">
              <a:defRPr sz="1875">
                <a:solidFill>
                  <a:srgbClr val="FFFFFF"/>
                </a:solidFill>
                <a:latin typeface="Century Gothic"/>
                <a:ea typeface="Century Gothic"/>
                <a:cs typeface="Century Gothic"/>
              </a:defRPr>
            </a:lvl3pPr>
            <a:lvl4pPr algn="l">
              <a:defRPr sz="1875">
                <a:solidFill>
                  <a:srgbClr val="FFFFFF"/>
                </a:solidFill>
                <a:latin typeface="Century Gothic"/>
                <a:ea typeface="Century Gothic"/>
                <a:cs typeface="Century Gothic"/>
              </a:defRPr>
            </a:lvl4pPr>
            <a:lvl5pPr algn="l">
              <a:defRPr sz="1875">
                <a:solidFill>
                  <a:srgbClr val="FFFFFF"/>
                </a:solidFill>
                <a:latin typeface="Century Gothic"/>
                <a:ea typeface="Century Gothic"/>
                <a:cs typeface="Century Gothic"/>
              </a:defRPr>
            </a:lvl5pPr>
            <a:lvl6pPr algn="l">
              <a:defRPr sz="1875">
                <a:solidFill>
                  <a:srgbClr val="FFFFFF"/>
                </a:solidFill>
                <a:latin typeface="Century Gothic"/>
                <a:ea typeface="Century Gothic"/>
                <a:cs typeface="Century Gothic"/>
              </a:defRPr>
            </a:lvl6pPr>
            <a:lvl7pPr algn="l">
              <a:defRPr sz="1875">
                <a:solidFill>
                  <a:srgbClr val="FFFFFF"/>
                </a:solidFill>
                <a:latin typeface="Century Gothic"/>
                <a:ea typeface="Century Gothic"/>
                <a:cs typeface="Century Gothic"/>
              </a:defRPr>
            </a:lvl7pPr>
            <a:lvl8pPr algn="l">
              <a:defRPr sz="1875">
                <a:solidFill>
                  <a:srgbClr val="FFFFFF"/>
                </a:solidFill>
                <a:latin typeface="Century Gothic"/>
                <a:ea typeface="Century Gothic"/>
                <a:cs typeface="Century Gothic"/>
              </a:defRPr>
            </a:lvl8pPr>
            <a:lvl9pPr algn="l">
              <a:defRPr sz="1875">
                <a:solidFill>
                  <a:srgbClr val="FFFFFF"/>
                </a:solidFill>
                <a:latin typeface="Century Gothic"/>
                <a:ea typeface="Century Gothic"/>
                <a:cs typeface="Century Gothic"/>
              </a:defRPr>
            </a:lvl9pPr>
          </a:lstStyle>
          <a:p>
            <a:pPr algn="l">
              <a:defRPr sz="1875">
                <a:solidFill>
                  <a:srgbClr val="FFFFFF"/>
                </a:solidFill>
                <a:latin typeface="Century Gothic"/>
                <a:ea typeface="Century Gothic"/>
                <a:cs typeface="Century Gothic"/>
              </a:defRPr>
            </a:pPr>
            <a:r>
              <a:rPr sz="1875">
                <a:solidFill>
                  <a:srgbClr val="FFFFFF"/>
                </a:solidFill>
                <a:latin typeface="Century Gothic"/>
                <a:ea typeface="Century Gothic"/>
                <a:cs typeface="Century Gothic"/>
              </a:rPr>
              <a:t>Result: passed in the saved Module Four output</a:t>
            </a:r>
          </a:p>
        </p:txBody>
      </p:sp>
      <p:sp>
        <p:nvSpPr>
          <p:cNvPr id="203" name="Rectangle 202">
            <a:extLst>
              <a:ext uri="{FF2B5EF4-FFF2-40B4-BE49-F238E27FC236}">
                <a16:creationId xmlns:a16="http://schemas.microsoft.com/office/drawing/2014/main" id="{0F814776-FE61-4922-8180-D742DE21895E}"/>
              </a:ext>
            </a:extLst>
          </p:cNvPr>
          <p:cNvSpPr>
            <a:spLocks noGrp="1"/>
          </p:cNvSpPr>
          <p:nvPr/>
        </p:nvSpPr>
        <p:spPr>
          <a:xfrm>
            <a:off x="685800" y="4762500"/>
            <a:ext cx="10144125" cy="485775"/>
          </a:xfrm>
          <a:prstGeom prst="rect">
            <a:avLst/>
          </a:prstGeom>
          <a:noFill/>
          <a:ln w="0">
            <a:noFill/>
          </a:ln>
        </p:spPr>
        <p:txBody>
          <a:bodyPr anchor="ctr"/>
          <a:lstStyle>
            <a:defPPr algn="l">
              <a:defRPr sz="1800">
                <a:solidFill>
                  <a:srgbClr val="C5DDAE"/>
                </a:solidFill>
                <a:latin typeface="Century Gothic"/>
                <a:ea typeface="Century Gothic"/>
                <a:cs typeface="Century Gothic"/>
              </a:defRPr>
            </a:defPPr>
            <a:lvl1pPr algn="l">
              <a:defRPr sz="1800">
                <a:solidFill>
                  <a:srgbClr val="C5DDAE"/>
                </a:solidFill>
                <a:latin typeface="Century Gothic"/>
                <a:ea typeface="Century Gothic"/>
                <a:cs typeface="Century Gothic"/>
              </a:defRPr>
            </a:lvl1pPr>
            <a:lvl2pPr algn="l">
              <a:defRPr sz="1800">
                <a:solidFill>
                  <a:srgbClr val="C5DDAE"/>
                </a:solidFill>
                <a:latin typeface="Century Gothic"/>
                <a:ea typeface="Century Gothic"/>
                <a:cs typeface="Century Gothic"/>
              </a:defRPr>
            </a:lvl2pPr>
            <a:lvl3pPr algn="l">
              <a:defRPr sz="1800">
                <a:solidFill>
                  <a:srgbClr val="C5DDAE"/>
                </a:solidFill>
                <a:latin typeface="Century Gothic"/>
                <a:ea typeface="Century Gothic"/>
                <a:cs typeface="Century Gothic"/>
              </a:defRPr>
            </a:lvl3pPr>
            <a:lvl4pPr algn="l">
              <a:defRPr sz="1800">
                <a:solidFill>
                  <a:srgbClr val="C5DDAE"/>
                </a:solidFill>
                <a:latin typeface="Century Gothic"/>
                <a:ea typeface="Century Gothic"/>
                <a:cs typeface="Century Gothic"/>
              </a:defRPr>
            </a:lvl4pPr>
            <a:lvl5pPr algn="l">
              <a:defRPr sz="1800">
                <a:solidFill>
                  <a:srgbClr val="C5DDAE"/>
                </a:solidFill>
                <a:latin typeface="Century Gothic"/>
                <a:ea typeface="Century Gothic"/>
                <a:cs typeface="Century Gothic"/>
              </a:defRPr>
            </a:lvl5pPr>
            <a:lvl6pPr algn="l">
              <a:defRPr sz="1800">
                <a:solidFill>
                  <a:srgbClr val="C5DDAE"/>
                </a:solidFill>
                <a:latin typeface="Century Gothic"/>
                <a:ea typeface="Century Gothic"/>
                <a:cs typeface="Century Gothic"/>
              </a:defRPr>
            </a:lvl6pPr>
            <a:lvl7pPr algn="l">
              <a:defRPr sz="1800">
                <a:solidFill>
                  <a:srgbClr val="C5DDAE"/>
                </a:solidFill>
                <a:latin typeface="Century Gothic"/>
                <a:ea typeface="Century Gothic"/>
                <a:cs typeface="Century Gothic"/>
              </a:defRPr>
            </a:lvl7pPr>
            <a:lvl8pPr algn="l">
              <a:defRPr sz="1800">
                <a:solidFill>
                  <a:srgbClr val="C5DDAE"/>
                </a:solidFill>
                <a:latin typeface="Century Gothic"/>
                <a:ea typeface="Century Gothic"/>
                <a:cs typeface="Century Gothic"/>
              </a:defRPr>
            </a:lvl8pPr>
            <a:lvl9pPr algn="l">
              <a:defRPr sz="1800">
                <a:solidFill>
                  <a:srgbClr val="C5DDAE"/>
                </a:solidFill>
                <a:latin typeface="Century Gothic"/>
                <a:ea typeface="Century Gothic"/>
                <a:cs typeface="Century Gothic"/>
              </a:defRPr>
            </a:lvl9pPr>
          </a:lstStyle>
          <a:p>
            <a:endParaRPr/>
          </a:p>
        </p:txBody>
      </p:sp>
      <p:sp>
        <p:nvSpPr>
          <p:cNvPr id="204" name="Rectangle 203">
            <a:extLst>
              <a:ext uri="{FF2B5EF4-FFF2-40B4-BE49-F238E27FC236}">
                <a16:creationId xmlns:a16="http://schemas.microsoft.com/office/drawing/2014/main" id="{8572C238-E120-4B42-A0BF-2B00538EC9DD}"/>
              </a:ext>
            </a:extLst>
          </p:cNvPr>
          <p:cNvSpPr>
            <a:spLocks noGrp="1"/>
          </p:cNvSpPr>
          <p:nvPr/>
        </p:nvSpPr>
        <p:spPr>
          <a:xfrm>
            <a:off x="685800" y="3470148"/>
            <a:ext cx="10144125" cy="301752"/>
          </a:xfrm>
          <a:prstGeom prst="rect">
            <a:avLst/>
          </a:prstGeom>
          <a:noFill/>
          <a:ln w="0">
            <a:noFill/>
          </a:ln>
        </p:spPr>
        <p:txBody>
          <a:bodyPr anchor="ctr"/>
          <a:lstStyle>
            <a:defPPr algn="l">
              <a:defRPr sz="1800">
                <a:solidFill>
                  <a:srgbClr val="C5DDAE"/>
                </a:solidFill>
                <a:latin typeface="Century Gothic"/>
                <a:ea typeface="Century Gothic"/>
                <a:cs typeface="Century Gothic"/>
              </a:defRPr>
            </a:defPPr>
            <a:lvl1pPr algn="l">
              <a:defRPr sz="1800">
                <a:solidFill>
                  <a:srgbClr val="C5DDAE"/>
                </a:solidFill>
                <a:latin typeface="Century Gothic"/>
                <a:ea typeface="Century Gothic"/>
                <a:cs typeface="Century Gothic"/>
              </a:defRPr>
            </a:lvl1pPr>
            <a:lvl2pPr algn="l">
              <a:defRPr sz="1800">
                <a:solidFill>
                  <a:srgbClr val="C5DDAE"/>
                </a:solidFill>
                <a:latin typeface="Century Gothic"/>
                <a:ea typeface="Century Gothic"/>
                <a:cs typeface="Century Gothic"/>
              </a:defRPr>
            </a:lvl2pPr>
            <a:lvl3pPr algn="l">
              <a:defRPr sz="1800">
                <a:solidFill>
                  <a:srgbClr val="C5DDAE"/>
                </a:solidFill>
                <a:latin typeface="Century Gothic"/>
                <a:ea typeface="Century Gothic"/>
                <a:cs typeface="Century Gothic"/>
              </a:defRPr>
            </a:lvl3pPr>
            <a:lvl4pPr algn="l">
              <a:defRPr sz="1800">
                <a:solidFill>
                  <a:srgbClr val="C5DDAE"/>
                </a:solidFill>
                <a:latin typeface="Century Gothic"/>
                <a:ea typeface="Century Gothic"/>
                <a:cs typeface="Century Gothic"/>
              </a:defRPr>
            </a:lvl4pPr>
            <a:lvl5pPr algn="l">
              <a:defRPr sz="1800">
                <a:solidFill>
                  <a:srgbClr val="C5DDAE"/>
                </a:solidFill>
                <a:latin typeface="Century Gothic"/>
                <a:ea typeface="Century Gothic"/>
                <a:cs typeface="Century Gothic"/>
              </a:defRPr>
            </a:lvl5pPr>
            <a:lvl6pPr algn="l">
              <a:defRPr sz="1800">
                <a:solidFill>
                  <a:srgbClr val="C5DDAE"/>
                </a:solidFill>
                <a:latin typeface="Century Gothic"/>
                <a:ea typeface="Century Gothic"/>
                <a:cs typeface="Century Gothic"/>
              </a:defRPr>
            </a:lvl6pPr>
            <a:lvl7pPr algn="l">
              <a:defRPr sz="1800">
                <a:solidFill>
                  <a:srgbClr val="C5DDAE"/>
                </a:solidFill>
                <a:latin typeface="Century Gothic"/>
                <a:ea typeface="Century Gothic"/>
                <a:cs typeface="Century Gothic"/>
              </a:defRPr>
            </a:lvl7pPr>
            <a:lvl8pPr algn="l">
              <a:defRPr sz="1800">
                <a:solidFill>
                  <a:srgbClr val="C5DDAE"/>
                </a:solidFill>
                <a:latin typeface="Century Gothic"/>
                <a:ea typeface="Century Gothic"/>
                <a:cs typeface="Century Gothic"/>
              </a:defRPr>
            </a:lvl8pPr>
            <a:lvl9pPr algn="l">
              <a:defRPr sz="1800">
                <a:solidFill>
                  <a:srgbClr val="C5DDAE"/>
                </a:solidFill>
                <a:latin typeface="Century Gothic"/>
                <a:ea typeface="Century Gothic"/>
                <a:cs typeface="Century Gothic"/>
              </a:defRPr>
            </a:lvl9pPr>
          </a:lstStyle>
          <a:p>
            <a:pPr algn="l">
              <a:defRPr sz="1800">
                <a:solidFill>
                  <a:srgbClr val="C5DDAE"/>
                </a:solidFill>
                <a:latin typeface="Century Gothic"/>
                <a:ea typeface="Century Gothic"/>
                <a:cs typeface="Century Gothic"/>
              </a:defRPr>
            </a:pPr>
            <a:r>
              <a:rPr sz="1800">
                <a:solidFill>
                  <a:srgbClr val="C5DDAE"/>
                </a:solidFill>
                <a:latin typeface="Century Gothic"/>
                <a:ea typeface="Century Gothic"/>
                <a:cs typeface="Century Gothic"/>
              </a:rPr>
              <a:t>More coverage could check an empty vector and error handling</a:t>
            </a:r>
          </a:p>
        </p:txBody>
      </p:sp>
      <p:pic>
        <p:nvPicPr>
          <p:cNvPr id="205" name="Unit Test 4 Google Test screenshot" descr="Actual Google Test output for Unit Test 4"/>
          <p:cNvPicPr>
            <a:picLocks noChangeAspect="1"/>
          </p:cNvPicPr>
          <p:nvPr/>
        </p:nvPicPr>
        <p:blipFill>
          <a:blip r:embed="rId6"/>
          <a:stretch>
            <a:fillRect/>
          </a:stretch>
        </p:blipFill>
        <p:spPr>
          <a:xfrm>
            <a:off x="685800" y="4023360"/>
            <a:ext cx="10195560" cy="2140475"/>
          </a:xfrm>
          <a:prstGeom prst="rect">
            <a:avLst/>
          </a:prstGeom>
        </p:spPr>
      </p:pic>
      <p:pic>
        <p:nvPicPr>
          <p:cNvPr id="4" name="Audio 3">
            <a:extLst>
              <a:ext uri="{FF2B5EF4-FFF2-40B4-BE49-F238E27FC236}">
                <a16:creationId xmlns:a16="http://schemas.microsoft.com/office/drawing/2014/main" id="{ADC0874B-C578-1FFE-B254-CAE1C5A2FFE9}"/>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80444699"/>
      </p:ext>
    </p:extLst>
  </p:cSld>
  <p:clrMapOvr>
    <a:masterClrMapping/>
  </p:clrMapOvr>
  <mc:AlternateContent xmlns:mc="http://schemas.openxmlformats.org/markup-compatibility/2006" xmlns:p14="http://schemas.microsoft.com/office/powerpoint/2010/main">
    <mc:Choice Requires="p14">
      <p:transition spd="slow" p14:dur="2000" advTm="43129"/>
    </mc:Choice>
    <mc:Fallback xmlns="">
      <p:transition spd="slow" advTm="431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9">
            <a:extLst>
              <a:ext uri="{FF2B5EF4-FFF2-40B4-BE49-F238E27FC236}">
                <a16:creationId xmlns:a16="http://schemas.microsoft.com/office/drawing/2014/main" id="{98C95FA1-1F83-4E3F-945F-455A7433A44D}"/>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AUTOMATED SECURITY CHECKS</a:t>
            </a:r>
            <a:endParaRPr/>
          </a:p>
        </p:txBody>
      </p:sp>
      <p:pic>
        <p:nvPicPr>
          <p:cNvPr id="203" name="Google Shape;203;p9">
            <a:extLst>
              <a:ext uri="{FF2B5EF4-FFF2-40B4-BE49-F238E27FC236}">
                <a16:creationId xmlns:a16="http://schemas.microsoft.com/office/drawing/2014/main" id="{3C9DC082-13C1-448F-AFEE-ACCB45010555}"/>
              </a:ext>
            </a:extLst>
          </p:cNvPr>
          <p:cNvPicPr>
            <a:picLocks noGrp="1" noChangeAspect="1"/>
          </p:cNvPicPr>
          <p:nvPr>
            <p:ph type="body" idx="1"/>
          </p:nvPr>
        </p:nvPicPr>
        <p:blipFill rotWithShape="1">
          <a:blip r:embed="rId5">
            <a:alphaModFix/>
          </a:blip>
          <a:srcRect/>
          <a:stretch/>
        </p:blipFill>
        <p:spPr>
          <a:xfrm>
            <a:off x="2524125" y="2952750"/>
            <a:ext cx="7048500" cy="3562350"/>
          </a:xfrm>
          <a:prstGeom prst="rect">
            <a:avLst/>
          </a:prstGeom>
          <a:ln>
            <a:noFill/>
          </a:ln>
        </p:spPr>
      </p:pic>
      <p:pic>
        <p:nvPicPr>
          <p:cNvPr id="204" name="Google Shape;204;p9">
            <a:extLst>
              <a:ext uri="{FF2B5EF4-FFF2-40B4-BE49-F238E27FC236}">
                <a16:creationId xmlns:a16="http://schemas.microsoft.com/office/drawing/2014/main" id="{51B5A315-6A7A-4C42-B314-FFC16AD7FA15}"/>
              </a:ext>
            </a:extLst>
          </p:cNvPr>
          <p:cNvPicPr>
            <a:picLocks noChangeAspect="1"/>
          </p:cNvPicPr>
          <p:nvPr/>
        </p:nvPicPr>
        <p:blipFill>
          <a:blip r:embed="rId6">
            <a:alphaModFix/>
          </a:blip>
          <a:stretch>
            <a:fillRect/>
          </a:stretch>
        </p:blipFill>
        <p:spPr>
          <a:xfrm>
            <a:off x="11084074" y="5440526"/>
            <a:ext cx="886601" cy="1149225"/>
          </a:xfrm>
          <a:prstGeom prst="rect">
            <a:avLst/>
          </a:prstGeom>
          <a:ln>
            <a:noFill/>
          </a:ln>
        </p:spPr>
      </p:pic>
      <p:sp>
        <p:nvSpPr>
          <p:cNvPr id="205" name="Rectangle 204">
            <a:extLst>
              <a:ext uri="{FF2B5EF4-FFF2-40B4-BE49-F238E27FC236}">
                <a16:creationId xmlns:a16="http://schemas.microsoft.com/office/drawing/2014/main" id="{A99330B0-D578-441A-906E-35BB026B8670}"/>
              </a:ext>
            </a:extLst>
          </p:cNvPr>
          <p:cNvSpPr>
            <a:spLocks noGrp="1"/>
          </p:cNvSpPr>
          <p:nvPr/>
        </p:nvSpPr>
        <p:spPr>
          <a:xfrm>
            <a:off x="685800" y="2095500"/>
            <a:ext cx="10191750" cy="762000"/>
          </a:xfrm>
          <a:prstGeom prst="rect">
            <a:avLst/>
          </a:prstGeom>
          <a:noFill/>
          <a:ln w="0">
            <a:noFill/>
          </a:ln>
        </p:spPr>
        <p:txBody>
          <a:bodyPr anchor="ctr"/>
          <a:lstStyle>
            <a:defPPr algn="l">
              <a:defRPr sz="1950">
                <a:solidFill>
                  <a:srgbClr val="FFFFFF"/>
                </a:solidFill>
                <a:latin typeface="Century Gothic"/>
                <a:ea typeface="Century Gothic"/>
                <a:cs typeface="Century Gothic"/>
              </a:defRPr>
            </a:defPPr>
            <a:lvl1pPr algn="l">
              <a:defRPr sz="1950">
                <a:solidFill>
                  <a:srgbClr val="FFFFFF"/>
                </a:solidFill>
                <a:latin typeface="Century Gothic"/>
                <a:ea typeface="Century Gothic"/>
                <a:cs typeface="Century Gothic"/>
              </a:defRPr>
            </a:lvl1pPr>
            <a:lvl2pPr algn="l">
              <a:defRPr sz="1950">
                <a:solidFill>
                  <a:srgbClr val="FFFFFF"/>
                </a:solidFill>
                <a:latin typeface="Century Gothic"/>
                <a:ea typeface="Century Gothic"/>
                <a:cs typeface="Century Gothic"/>
              </a:defRPr>
            </a:lvl2pPr>
            <a:lvl3pPr algn="l">
              <a:defRPr sz="1950">
                <a:solidFill>
                  <a:srgbClr val="FFFFFF"/>
                </a:solidFill>
                <a:latin typeface="Century Gothic"/>
                <a:ea typeface="Century Gothic"/>
                <a:cs typeface="Century Gothic"/>
              </a:defRPr>
            </a:lvl3pPr>
            <a:lvl4pPr algn="l">
              <a:defRPr sz="1950">
                <a:solidFill>
                  <a:srgbClr val="FFFFFF"/>
                </a:solidFill>
                <a:latin typeface="Century Gothic"/>
                <a:ea typeface="Century Gothic"/>
                <a:cs typeface="Century Gothic"/>
              </a:defRPr>
            </a:lvl4pPr>
            <a:lvl5pPr algn="l">
              <a:defRPr sz="1950">
                <a:solidFill>
                  <a:srgbClr val="FFFFFF"/>
                </a:solidFill>
                <a:latin typeface="Century Gothic"/>
                <a:ea typeface="Century Gothic"/>
                <a:cs typeface="Century Gothic"/>
              </a:defRPr>
            </a:lvl5pPr>
            <a:lvl6pPr algn="l">
              <a:defRPr sz="1950">
                <a:solidFill>
                  <a:srgbClr val="FFFFFF"/>
                </a:solidFill>
                <a:latin typeface="Century Gothic"/>
                <a:ea typeface="Century Gothic"/>
                <a:cs typeface="Century Gothic"/>
              </a:defRPr>
            </a:lvl6pPr>
            <a:lvl7pPr algn="l">
              <a:defRPr sz="1950">
                <a:solidFill>
                  <a:srgbClr val="FFFFFF"/>
                </a:solidFill>
                <a:latin typeface="Century Gothic"/>
                <a:ea typeface="Century Gothic"/>
                <a:cs typeface="Century Gothic"/>
              </a:defRPr>
            </a:lvl7pPr>
            <a:lvl8pPr algn="l">
              <a:defRPr sz="1950">
                <a:solidFill>
                  <a:srgbClr val="FFFFFF"/>
                </a:solidFill>
                <a:latin typeface="Century Gothic"/>
                <a:ea typeface="Century Gothic"/>
                <a:cs typeface="Century Gothic"/>
              </a:defRPr>
            </a:lvl8pPr>
            <a:lvl9pPr algn="l">
              <a:defRPr sz="1950">
                <a:solidFill>
                  <a:srgbClr val="FFFFFF"/>
                </a:solidFill>
                <a:latin typeface="Century Gothic"/>
                <a:ea typeface="Century Gothic"/>
                <a:cs typeface="Century Gothic"/>
              </a:defRPr>
            </a:lvl9pPr>
          </a:lstStyle>
          <a:p>
            <a:pPr algn="l">
              <a:defRPr sz="1950">
                <a:solidFill>
                  <a:srgbClr val="FFFFFF"/>
                </a:solidFill>
                <a:latin typeface="Century Gothic"/>
                <a:ea typeface="Century Gothic"/>
                <a:cs typeface="Century Gothic"/>
              </a:defRPr>
            </a:pPr>
            <a:r>
              <a:rPr sz="1950">
                <a:solidFill>
                  <a:srgbClr val="FFFFFF"/>
                </a:solidFill>
                <a:latin typeface="Century Gothic"/>
                <a:ea typeface="Century Gothic"/>
                <a:cs typeface="Century Gothic"/>
              </a:rPr>
              <a:t>Check security during development and after release</a:t>
            </a:r>
          </a:p>
          <a:p>
            <a:pPr algn="l">
              <a:defRPr sz="1950">
                <a:solidFill>
                  <a:srgbClr val="FFFFFF"/>
                </a:solidFill>
                <a:latin typeface="Century Gothic"/>
                <a:ea typeface="Century Gothic"/>
                <a:cs typeface="Century Gothic"/>
              </a:defRPr>
            </a:pPr>
            <a:r>
              <a:rPr sz="1950">
                <a:solidFill>
                  <a:srgbClr val="FFFFFF"/>
                </a:solidFill>
                <a:latin typeface="Century Gothic"/>
                <a:ea typeface="Century Gothic"/>
                <a:cs typeface="Century Gothic"/>
              </a:rPr>
              <a:t>Use the results to fix problems and improve the policy</a:t>
            </a:r>
          </a:p>
        </p:txBody>
      </p:sp>
      <p:pic>
        <p:nvPicPr>
          <p:cNvPr id="4" name="Audio 3">
            <a:extLst>
              <a:ext uri="{FF2B5EF4-FFF2-40B4-BE49-F238E27FC236}">
                <a16:creationId xmlns:a16="http://schemas.microsoft.com/office/drawing/2014/main" id="{366D8CE5-3121-CB60-59A4-6E8C5DEC651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4668444"/>
      </p:ext>
    </p:extLst>
  </p:cSld>
  <p:clrMapOvr>
    <a:masterClrMapping/>
  </p:clrMapOvr>
  <mc:AlternateContent xmlns:mc="http://schemas.openxmlformats.org/markup-compatibility/2006" xmlns:p14="http://schemas.microsoft.com/office/powerpoint/2010/main">
    <mc:Choice Requires="p14">
      <p:transition spd="slow" p14:dur="2000" advTm="65482"/>
    </mc:Choice>
    <mc:Fallback xmlns="">
      <p:transition spd="slow" advTm="654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Google Shape;209;p10">
            <a:extLst>
              <a:ext uri="{FF2B5EF4-FFF2-40B4-BE49-F238E27FC236}">
                <a16:creationId xmlns:a16="http://schemas.microsoft.com/office/drawing/2014/main" id="{2129F21D-1636-40EF-A6D2-4AA9D089F1B8}"/>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TOOLS</a:t>
            </a:r>
            <a:endParaRPr/>
          </a:p>
        </p:txBody>
      </p:sp>
      <p:pic>
        <p:nvPicPr>
          <p:cNvPr id="211" name="Google Shape;211;p10">
            <a:extLst>
              <a:ext uri="{FF2B5EF4-FFF2-40B4-BE49-F238E27FC236}">
                <a16:creationId xmlns:a16="http://schemas.microsoft.com/office/drawing/2014/main" id="{644C5101-C6CF-4285-81B2-CD83B15AEC4B}"/>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graphicFrame>
        <p:nvGraphicFramePr>
          <p:cNvPr id="212" name="Table 211">
            <a:extLst>
              <a:ext uri="{FF2B5EF4-FFF2-40B4-BE49-F238E27FC236}">
                <a16:creationId xmlns:a16="http://schemas.microsoft.com/office/drawing/2014/main" id="{6F6BBACD-7B40-4317-9F78-B9928E601D41}"/>
              </a:ext>
            </a:extLst>
          </p:cNvPr>
          <p:cNvGraphicFramePr/>
          <p:nvPr/>
        </p:nvGraphicFramePr>
        <p:xfrm>
          <a:off x="685800" y="2238375"/>
          <a:ext cx="10382250" cy="3143250"/>
        </p:xfrm>
        <a:graphic>
          <a:graphicData uri="http://schemas.openxmlformats.org/drawingml/2006/table">
            <a:tbl>
              <a:tblPr/>
              <a:tblGrid>
                <a:gridCol w="2809875">
                  <a:extLst>
                    <a:ext uri="{9D8B030D-6E8A-4147-A177-3AD203B41FA5}">
                      <a16:colId xmlns:a16="http://schemas.microsoft.com/office/drawing/2014/main" val="20000"/>
                    </a:ext>
                  </a:extLst>
                </a:gridCol>
                <a:gridCol w="7572375">
                  <a:extLst>
                    <a:ext uri="{9D8B030D-6E8A-4147-A177-3AD203B41FA5}">
                      <a16:colId xmlns:a16="http://schemas.microsoft.com/office/drawing/2014/main" val="20001"/>
                    </a:ext>
                  </a:extLst>
                </a:gridCol>
              </a:tblGrid>
              <a:tr h="523875">
                <a:tc>
                  <a:txBody>
                    <a:bodyPr/>
                    <a:lstStyle/>
                    <a:p>
                      <a:r>
                        <a:rPr sz="1800" b="1">
                          <a:solidFill>
                            <a:srgbClr val="FFFFFF"/>
                          </a:solidFill>
                          <a:latin typeface="Century Gothic"/>
                          <a:ea typeface="Century Gothic"/>
                          <a:cs typeface="Century Gothic"/>
                        </a:rPr>
                        <a:t>Development stage</a:t>
                      </a:r>
                    </a:p>
                  </a:txBody>
                  <a:tcPr>
                    <a:lnL w="6668">
                      <a:solidFill>
                        <a:srgbClr val="60874D"/>
                      </a:solidFill>
                      <a:prstDash val="soli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tc>
                  <a:txBody>
                    <a:bodyPr/>
                    <a:lstStyle/>
                    <a:p>
                      <a:r>
                        <a:rPr sz="1800" b="1">
                          <a:solidFill>
                            <a:srgbClr val="FFFFFF"/>
                          </a:solidFill>
                          <a:latin typeface="Century Gothic"/>
                          <a:ea typeface="Century Gothic"/>
                          <a:cs typeface="Century Gothic"/>
                        </a:rPr>
                        <a:t>Checks and tools listed in the policy</a:t>
                      </a:r>
                    </a:p>
                  </a:txBody>
                  <a:tcPr>
                    <a:lnL w="6668" cap="flat" cmpd="sng" algn="ctr">
                      <a:solidFill>
                        <a:srgbClr val="60874D"/>
                      </a:solidFill>
                      <a:prstDash val="solid"/>
                      <a:round/>
                      <a:headEnd type="none" w="med" len="med"/>
                      <a:tailEnd type="none" w="med" len="med"/>
                    </a:lnL>
                    <a:lnR w="6668">
                      <a:solidFill>
                        <a:srgbClr val="60874D"/>
                      </a:solidFill>
                      <a:prstDash val="solid"/>
                    </a:lnR>
                    <a:lnT w="6668">
                      <a:solidFill>
                        <a:srgbClr val="60874D"/>
                      </a:solidFill>
                      <a:prstDash val="solid"/>
                    </a:lnT>
                    <a:lnB w="6668">
                      <a:solidFill>
                        <a:srgbClr val="60874D"/>
                      </a:solidFill>
                      <a:prstDash val="solid"/>
                    </a:lnB>
                    <a:solidFill>
                      <a:srgbClr val="315B28"/>
                    </a:solidFill>
                  </a:tcPr>
                </a:tc>
                <a:extLst>
                  <a:ext uri="{0D108BD9-81ED-4DB2-BD59-A6C34878D82A}">
                    <a16:rowId xmlns:a16="http://schemas.microsoft.com/office/drawing/2014/main" val="10000"/>
                  </a:ext>
                </a:extLst>
              </a:tr>
              <a:tr h="523875">
                <a:tc>
                  <a:txBody>
                    <a:bodyPr/>
                    <a:lstStyle/>
                    <a:p>
                      <a:r>
                        <a:rPr sz="1800" b="0">
                          <a:solidFill>
                            <a:srgbClr val="FFFFFF"/>
                          </a:solidFill>
                          <a:latin typeface="Century Gothic"/>
                          <a:ea typeface="Century Gothic"/>
                          <a:cs typeface="Century Gothic"/>
                        </a:rPr>
                        <a:t>Code / build</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800" b="0">
                          <a:solidFill>
                            <a:srgbClr val="FFFFFF"/>
                          </a:solidFill>
                          <a:latin typeface="Century Gothic"/>
                          <a:ea typeface="Century Gothic"/>
                          <a:cs typeface="Century Gothic"/>
                        </a:rPr>
                        <a:t>Compiler warnings; Parasoft C/C++test 2026.1</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1"/>
                  </a:ext>
                </a:extLst>
              </a:tr>
              <a:tr h="523875">
                <a:tc>
                  <a:txBody>
                    <a:bodyPr/>
                    <a:lstStyle/>
                    <a:p>
                      <a:r>
                        <a:rPr sz="1800" b="0">
                          <a:solidFill>
                            <a:srgbClr val="FFFFFF"/>
                          </a:solidFill>
                          <a:latin typeface="Century Gothic"/>
                          <a:ea typeface="Century Gothic"/>
                          <a:cs typeface="Century Gothic"/>
                        </a:rPr>
                        <a:t>Static analysis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800" b="0">
                          <a:solidFill>
                            <a:srgbClr val="FFFFFF"/>
                          </a:solidFill>
                          <a:latin typeface="Century Gothic"/>
                          <a:ea typeface="Century Gothic"/>
                          <a:cs typeface="Century Gothic"/>
                        </a:rPr>
                        <a:t>INT31, INT32, STR50, MEM50, MSC11, ERR61</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2"/>
                  </a:ext>
                </a:extLst>
              </a:tr>
              <a:tr h="523875">
                <a:tc>
                  <a:txBody>
                    <a:bodyPr/>
                    <a:lstStyle/>
                    <a:p>
                      <a:r>
                        <a:rPr sz="1800" b="0">
                          <a:solidFill>
                            <a:srgbClr val="FFFFFF"/>
                          </a:solidFill>
                          <a:latin typeface="Century Gothic"/>
                          <a:ea typeface="Century Gothic"/>
                          <a:cs typeface="Century Gothic"/>
                        </a:rPr>
                        <a:t>Static analysis</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800" b="0">
                          <a:solidFill>
                            <a:srgbClr val="FFFFFF"/>
                          </a:solidFill>
                          <a:latin typeface="Century Gothic"/>
                          <a:ea typeface="Century Gothic"/>
                          <a:cs typeface="Century Gothic"/>
                        </a:rPr>
                        <a:t>EXP34, EXP53, CTR50; Amazon Q SQL detector v1.0</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3"/>
                  </a:ext>
                </a:extLst>
              </a:tr>
              <a:tr h="523875">
                <a:tc>
                  <a:txBody>
                    <a:bodyPr/>
                    <a:lstStyle/>
                    <a:p>
                      <a:r>
                        <a:rPr sz="1800" b="0">
                          <a:solidFill>
                            <a:srgbClr val="FFFFFF"/>
                          </a:solidFill>
                          <a:latin typeface="Century Gothic"/>
                          <a:ea typeface="Century Gothic"/>
                          <a:cs typeface="Century Gothic"/>
                        </a:rPr>
                        <a:t>Test / before release</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800" b="0">
                          <a:solidFill>
                            <a:srgbClr val="FFFFFF"/>
                          </a:solidFill>
                          <a:latin typeface="Century Gothic"/>
                          <a:ea typeface="Century Gothic"/>
                          <a:cs typeface="Century Gothic"/>
                        </a:rPr>
                        <a:t>Google Test, composition analysis, integration, fuzzing</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4"/>
                  </a:ext>
                </a:extLst>
              </a:tr>
              <a:tr h="523875">
                <a:tc>
                  <a:txBody>
                    <a:bodyPr/>
                    <a:lstStyle/>
                    <a:p>
                      <a:r>
                        <a:rPr sz="1800" b="0">
                          <a:solidFill>
                            <a:srgbClr val="FFFFFF"/>
                          </a:solidFill>
                          <a:latin typeface="Century Gothic"/>
                          <a:ea typeface="Century Gothic"/>
                          <a:cs typeface="Century Gothic"/>
                        </a:rPr>
                        <a:t>Release / monitor</a:t>
                      </a:r>
                    </a:p>
                  </a:txBody>
                  <a:tcPr>
                    <a:lnL w="6668">
                      <a:solidFill>
                        <a:srgbClr val="60874D"/>
                      </a:solidFill>
                      <a:prstDash val="soli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tc>
                  <a:txBody>
                    <a:bodyPr/>
                    <a:lstStyle/>
                    <a:p>
                      <a:r>
                        <a:rPr sz="1800" b="0">
                          <a:solidFill>
                            <a:srgbClr val="FFFFFF"/>
                          </a:solidFill>
                          <a:latin typeface="Century Gothic"/>
                          <a:ea typeface="Century Gothic"/>
                          <a:cs typeface="Century Gothic"/>
                        </a:rPr>
                        <a:t>Signing, integrity checks, monitoring, vulnerability review</a:t>
                      </a:r>
                    </a:p>
                  </a:txBody>
                  <a:tcPr>
                    <a:lnL w="6668" cap="flat" cmpd="sng" algn="ctr">
                      <a:solidFill>
                        <a:srgbClr val="60874D"/>
                      </a:solidFill>
                      <a:prstDash val="solid"/>
                      <a:round/>
                      <a:headEnd type="none" w="med" len="med"/>
                      <a:tailEnd type="none" w="med" len="med"/>
                    </a:lnL>
                    <a:lnR w="6668">
                      <a:solidFill>
                        <a:srgbClr val="60874D"/>
                      </a:solidFill>
                      <a:prstDash val="solid"/>
                    </a:lnR>
                    <a:lnT w="6668" cap="flat" cmpd="sng" algn="ctr">
                      <a:solidFill>
                        <a:srgbClr val="60874D"/>
                      </a:solidFill>
                      <a:prstDash val="solid"/>
                      <a:round/>
                      <a:headEnd type="none" w="med" len="med"/>
                      <a:tailEnd type="none" w="med" len="med"/>
                    </a:lnT>
                    <a:lnB w="6668">
                      <a:solidFill>
                        <a:srgbClr val="60874D"/>
                      </a:solidFill>
                      <a:prstDash val="solid"/>
                    </a:lnB>
                    <a:solidFill>
                      <a:srgbClr val="111A10"/>
                    </a:solidFill>
                  </a:tcPr>
                </a:tc>
                <a:extLst>
                  <a:ext uri="{0D108BD9-81ED-4DB2-BD59-A6C34878D82A}">
                    <a16:rowId xmlns:a16="http://schemas.microsoft.com/office/drawing/2014/main" val="10005"/>
                  </a:ext>
                </a:extLst>
              </a:tr>
            </a:tbl>
          </a:graphicData>
        </a:graphic>
      </p:graphicFrame>
      <p:sp>
        <p:nvSpPr>
          <p:cNvPr id="213" name="Rectangle 212">
            <a:extLst>
              <a:ext uri="{FF2B5EF4-FFF2-40B4-BE49-F238E27FC236}">
                <a16:creationId xmlns:a16="http://schemas.microsoft.com/office/drawing/2014/main" id="{0A61DB45-FC07-451B-8973-88CF2FD08EB7}"/>
              </a:ext>
            </a:extLst>
          </p:cNvPr>
          <p:cNvSpPr>
            <a:spLocks noGrp="1"/>
          </p:cNvSpPr>
          <p:nvPr/>
        </p:nvSpPr>
        <p:spPr>
          <a:xfrm>
            <a:off x="685800" y="5524500"/>
            <a:ext cx="10096500" cy="809625"/>
          </a:xfrm>
          <a:prstGeom prst="rect">
            <a:avLst/>
          </a:prstGeom>
          <a:noFill/>
          <a:ln w="0">
            <a:noFill/>
          </a:ln>
        </p:spPr>
        <p:txBody>
          <a:bodyPr anchor="ctr"/>
          <a:lstStyle>
            <a:defPPr algn="l">
              <a:defRPr sz="1800">
                <a:solidFill>
                  <a:srgbClr val="FFFFFF"/>
                </a:solidFill>
                <a:latin typeface="Century Gothic"/>
                <a:ea typeface="Century Gothic"/>
                <a:cs typeface="Century Gothic"/>
              </a:defRPr>
            </a:defPPr>
            <a:lvl1pPr algn="l">
              <a:defRPr sz="1800">
                <a:solidFill>
                  <a:srgbClr val="FFFFFF"/>
                </a:solidFill>
                <a:latin typeface="Century Gothic"/>
                <a:ea typeface="Century Gothic"/>
                <a:cs typeface="Century Gothic"/>
              </a:defRPr>
            </a:lvl1pPr>
            <a:lvl2pPr algn="l">
              <a:defRPr sz="1800">
                <a:solidFill>
                  <a:srgbClr val="FFFFFF"/>
                </a:solidFill>
                <a:latin typeface="Century Gothic"/>
                <a:ea typeface="Century Gothic"/>
                <a:cs typeface="Century Gothic"/>
              </a:defRPr>
            </a:lvl2pPr>
            <a:lvl3pPr algn="l">
              <a:defRPr sz="1800">
                <a:solidFill>
                  <a:srgbClr val="FFFFFF"/>
                </a:solidFill>
                <a:latin typeface="Century Gothic"/>
                <a:ea typeface="Century Gothic"/>
                <a:cs typeface="Century Gothic"/>
              </a:defRPr>
            </a:lvl3pPr>
            <a:lvl4pPr algn="l">
              <a:defRPr sz="1800">
                <a:solidFill>
                  <a:srgbClr val="FFFFFF"/>
                </a:solidFill>
                <a:latin typeface="Century Gothic"/>
                <a:ea typeface="Century Gothic"/>
                <a:cs typeface="Century Gothic"/>
              </a:defRPr>
            </a:lvl4pPr>
            <a:lvl5pPr algn="l">
              <a:defRPr sz="1800">
                <a:solidFill>
                  <a:srgbClr val="FFFFFF"/>
                </a:solidFill>
                <a:latin typeface="Century Gothic"/>
                <a:ea typeface="Century Gothic"/>
                <a:cs typeface="Century Gothic"/>
              </a:defRPr>
            </a:lvl5pPr>
            <a:lvl6pPr algn="l">
              <a:defRPr sz="1800">
                <a:solidFill>
                  <a:srgbClr val="FFFFFF"/>
                </a:solidFill>
                <a:latin typeface="Century Gothic"/>
                <a:ea typeface="Century Gothic"/>
                <a:cs typeface="Century Gothic"/>
              </a:defRPr>
            </a:lvl6pPr>
            <a:lvl7pPr algn="l">
              <a:defRPr sz="1800">
                <a:solidFill>
                  <a:srgbClr val="FFFFFF"/>
                </a:solidFill>
                <a:latin typeface="Century Gothic"/>
                <a:ea typeface="Century Gothic"/>
                <a:cs typeface="Century Gothic"/>
              </a:defRPr>
            </a:lvl7pPr>
            <a:lvl8pPr algn="l">
              <a:defRPr sz="1800">
                <a:solidFill>
                  <a:srgbClr val="FFFFFF"/>
                </a:solidFill>
                <a:latin typeface="Century Gothic"/>
                <a:ea typeface="Century Gothic"/>
                <a:cs typeface="Century Gothic"/>
              </a:defRPr>
            </a:lvl8pPr>
            <a:lvl9pPr algn="l">
              <a:defRPr sz="1800">
                <a:solidFill>
                  <a:srgbClr val="FFFFFF"/>
                </a:solidFill>
                <a:latin typeface="Century Gothic"/>
                <a:ea typeface="Century Gothic"/>
                <a:cs typeface="Century Gothic"/>
              </a:defRPr>
            </a:lvl9pPr>
          </a:lstStyle>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The policy lists specific CERT checks. Scanners can still miss problems.</a:t>
            </a:r>
          </a:p>
          <a:p>
            <a:pPr algn="l">
              <a:defRPr sz="1800">
                <a:solidFill>
                  <a:srgbClr val="FFFFFF"/>
                </a:solidFill>
                <a:latin typeface="Century Gothic"/>
                <a:ea typeface="Century Gothic"/>
                <a:cs typeface="Century Gothic"/>
              </a:defRPr>
            </a:pPr>
            <a:r>
              <a:rPr sz="1800">
                <a:solidFill>
                  <a:srgbClr val="FFFFFF"/>
                </a:solidFill>
                <a:latin typeface="Century Gothic"/>
                <a:ea typeface="Century Gothic"/>
                <a:cs typeface="Century Gothic"/>
              </a:rPr>
              <a:t>Fix high-priority issues before release or get an approved exception.</a:t>
            </a:r>
          </a:p>
        </p:txBody>
      </p:sp>
      <p:pic>
        <p:nvPicPr>
          <p:cNvPr id="8" name="Audio 7">
            <a:extLst>
              <a:ext uri="{FF2B5EF4-FFF2-40B4-BE49-F238E27FC236}">
                <a16:creationId xmlns:a16="http://schemas.microsoft.com/office/drawing/2014/main" id="{F6ADBD4D-01AC-5949-1E65-7F357E448F9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86930996"/>
      </p:ext>
    </p:extLst>
  </p:cSld>
  <p:clrMapOvr>
    <a:masterClrMapping/>
  </p:clrMapOvr>
  <mc:AlternateContent xmlns:mc="http://schemas.openxmlformats.org/markup-compatibility/2006" xmlns:p14="http://schemas.microsoft.com/office/powerpoint/2010/main">
    <mc:Choice Requires="p14">
      <p:transition spd="slow" p14:dur="2000" advTm="87669"/>
    </mc:Choice>
    <mc:Fallback xmlns="">
      <p:transition spd="slow" advTm="876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Google Shape;216;p11">
            <a:extLst>
              <a:ext uri="{FF2B5EF4-FFF2-40B4-BE49-F238E27FC236}">
                <a16:creationId xmlns:a16="http://schemas.microsoft.com/office/drawing/2014/main" id="{5F991AD3-7F6D-4C5B-9385-8BEF14501583}"/>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RISKS AND BENEFITS</a:t>
            </a:r>
            <a:endParaRPr/>
          </a:p>
        </p:txBody>
      </p:sp>
      <p:pic>
        <p:nvPicPr>
          <p:cNvPr id="218" name="Google Shape;218;p11">
            <a:extLst>
              <a:ext uri="{FF2B5EF4-FFF2-40B4-BE49-F238E27FC236}">
                <a16:creationId xmlns:a16="http://schemas.microsoft.com/office/drawing/2014/main" id="{E66A3EB3-9863-4569-8422-CBED108E1E85}"/>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219" name="Rectangle 218">
            <a:extLst>
              <a:ext uri="{FF2B5EF4-FFF2-40B4-BE49-F238E27FC236}">
                <a16:creationId xmlns:a16="http://schemas.microsoft.com/office/drawing/2014/main" id="{0EC063A3-042E-4921-B246-610E2BF1388D}"/>
              </a:ext>
            </a:extLst>
          </p:cNvPr>
          <p:cNvSpPr>
            <a:spLocks noGrp="1"/>
          </p:cNvSpPr>
          <p:nvPr/>
        </p:nvSpPr>
        <p:spPr>
          <a:xfrm>
            <a:off x="685800" y="21907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Acting now reduces injection, data corruption, and unauthorized access</a:t>
            </a:r>
          </a:p>
        </p:txBody>
      </p:sp>
      <p:sp>
        <p:nvSpPr>
          <p:cNvPr id="220" name="Rectangle 219">
            <a:extLst>
              <a:ext uri="{FF2B5EF4-FFF2-40B4-BE49-F238E27FC236}">
                <a16:creationId xmlns:a16="http://schemas.microsoft.com/office/drawing/2014/main" id="{209C64F5-64B3-427D-8E91-36F6A17DC5E5}"/>
              </a:ext>
            </a:extLst>
          </p:cNvPr>
          <p:cNvSpPr>
            <a:spLocks noGrp="1"/>
          </p:cNvSpPr>
          <p:nvPr/>
        </p:nvSpPr>
        <p:spPr>
          <a:xfrm>
            <a:off x="685800" y="29146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Costs include fixing code, setting up tools, training, and testing time</a:t>
            </a:r>
          </a:p>
        </p:txBody>
      </p:sp>
      <p:sp>
        <p:nvSpPr>
          <p:cNvPr id="221" name="Rectangle 220">
            <a:extLst>
              <a:ext uri="{FF2B5EF4-FFF2-40B4-BE49-F238E27FC236}">
                <a16:creationId xmlns:a16="http://schemas.microsoft.com/office/drawing/2014/main" id="{73557E3E-6ED5-45A0-AC24-435FDD9B2EA8}"/>
              </a:ext>
            </a:extLst>
          </p:cNvPr>
          <p:cNvSpPr>
            <a:spLocks noGrp="1"/>
          </p:cNvSpPr>
          <p:nvPr/>
        </p:nvSpPr>
        <p:spPr>
          <a:xfrm>
            <a:off x="685800" y="36385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Waiting leaves problems in place and makes later fixes harder</a:t>
            </a:r>
          </a:p>
        </p:txBody>
      </p:sp>
      <p:sp>
        <p:nvSpPr>
          <p:cNvPr id="222" name="Rectangle 221">
            <a:extLst>
              <a:ext uri="{FF2B5EF4-FFF2-40B4-BE49-F238E27FC236}">
                <a16:creationId xmlns:a16="http://schemas.microsoft.com/office/drawing/2014/main" id="{854D63C4-B2F0-42D8-A00E-61EE1C399F95}"/>
              </a:ext>
            </a:extLst>
          </p:cNvPr>
          <p:cNvSpPr>
            <a:spLocks noGrp="1"/>
          </p:cNvSpPr>
          <p:nvPr/>
        </p:nvSpPr>
        <p:spPr>
          <a:xfrm>
            <a:off x="685800" y="43624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Scanners can miss issues, tools can be compromised, and tests have limits</a:t>
            </a:r>
          </a:p>
        </p:txBody>
      </p:sp>
      <p:sp>
        <p:nvSpPr>
          <p:cNvPr id="223" name="Rectangle 222">
            <a:extLst>
              <a:ext uri="{FF2B5EF4-FFF2-40B4-BE49-F238E27FC236}">
                <a16:creationId xmlns:a16="http://schemas.microsoft.com/office/drawing/2014/main" id="{E3D9B231-0002-470A-ACB4-4ECD675A2B67}"/>
              </a:ext>
            </a:extLst>
          </p:cNvPr>
          <p:cNvSpPr>
            <a:spLocks noGrp="1"/>
          </p:cNvSpPr>
          <p:nvPr/>
        </p:nvSpPr>
        <p:spPr>
          <a:xfrm>
            <a:off x="685800" y="50863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Use several kinds of tests, protect build tools, and review exceptions</a:t>
            </a:r>
          </a:p>
        </p:txBody>
      </p:sp>
      <p:pic>
        <p:nvPicPr>
          <p:cNvPr id="24" name="Audio 23">
            <a:extLst>
              <a:ext uri="{FF2B5EF4-FFF2-40B4-BE49-F238E27FC236}">
                <a16:creationId xmlns:a16="http://schemas.microsoft.com/office/drawing/2014/main" id="{FF3E0EA6-7649-EB0D-1C6D-E8A6E3676D6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17108803"/>
      </p:ext>
    </p:extLst>
  </p:cSld>
  <p:clrMapOvr>
    <a:masterClrMapping/>
  </p:clrMapOvr>
  <mc:AlternateContent xmlns:mc="http://schemas.openxmlformats.org/markup-compatibility/2006" xmlns:p14="http://schemas.microsoft.com/office/powerpoint/2010/main">
    <mc:Choice Requires="p14">
      <p:transition spd="slow" p14:dur="2000" advTm="83717"/>
    </mc:Choice>
    <mc:Fallback xmlns="">
      <p:transition spd="slow" advTm="837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Google Shape;223;p12">
            <a:extLst>
              <a:ext uri="{FF2B5EF4-FFF2-40B4-BE49-F238E27FC236}">
                <a16:creationId xmlns:a16="http://schemas.microsoft.com/office/drawing/2014/main" id="{6484F518-2860-4B7B-90C3-BCE208DC2EEF}"/>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RECOMMENDATIONS</a:t>
            </a:r>
            <a:endParaRPr/>
          </a:p>
        </p:txBody>
      </p:sp>
      <p:pic>
        <p:nvPicPr>
          <p:cNvPr id="225" name="Google Shape;225;p12">
            <a:extLst>
              <a:ext uri="{FF2B5EF4-FFF2-40B4-BE49-F238E27FC236}">
                <a16:creationId xmlns:a16="http://schemas.microsoft.com/office/drawing/2014/main" id="{168041FB-7FC5-4ECD-A9FE-6F65E4DBF393}"/>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226" name="Rectangle 225">
            <a:extLst>
              <a:ext uri="{FF2B5EF4-FFF2-40B4-BE49-F238E27FC236}">
                <a16:creationId xmlns:a16="http://schemas.microsoft.com/office/drawing/2014/main" id="{D6742CD2-0407-4546-BBF9-38E653EF3E09}"/>
              </a:ext>
            </a:extLst>
          </p:cNvPr>
          <p:cNvSpPr>
            <a:spLocks noGrp="1"/>
          </p:cNvSpPr>
          <p:nvPr/>
        </p:nvSpPr>
        <p:spPr>
          <a:xfrm>
            <a:off x="685800" y="21907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Fix Level 5 issues before release and improve test coverage</a:t>
            </a:r>
          </a:p>
        </p:txBody>
      </p:sp>
      <p:sp>
        <p:nvSpPr>
          <p:cNvPr id="227" name="Rectangle 226">
            <a:extLst>
              <a:ext uri="{FF2B5EF4-FFF2-40B4-BE49-F238E27FC236}">
                <a16:creationId xmlns:a16="http://schemas.microsoft.com/office/drawing/2014/main" id="{D3518AB1-3DAB-4D4B-BC7C-895E5F7C42A3}"/>
              </a:ext>
            </a:extLst>
          </p:cNvPr>
          <p:cNvSpPr>
            <a:spLocks noGrp="1"/>
          </p:cNvSpPr>
          <p:nvPr/>
        </p:nvSpPr>
        <p:spPr>
          <a:xfrm>
            <a:off x="685800" y="29146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Assign owners, set fix deadlines, and give exceptions an end date</a:t>
            </a:r>
          </a:p>
        </p:txBody>
      </p:sp>
      <p:sp>
        <p:nvSpPr>
          <p:cNvPr id="228" name="Rectangle 227">
            <a:extLst>
              <a:ext uri="{FF2B5EF4-FFF2-40B4-BE49-F238E27FC236}">
                <a16:creationId xmlns:a16="http://schemas.microsoft.com/office/drawing/2014/main" id="{B87D47AD-365A-4F04-A58E-282D6F0C5387}"/>
              </a:ext>
            </a:extLst>
          </p:cNvPr>
          <p:cNvSpPr>
            <a:spLocks noGrp="1"/>
          </p:cNvSpPr>
          <p:nvPr/>
        </p:nvSpPr>
        <p:spPr>
          <a:xfrm>
            <a:off x="685800" y="36385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Define encryption settings, key rotation, and how long to keep logs</a:t>
            </a:r>
          </a:p>
        </p:txBody>
      </p:sp>
      <p:sp>
        <p:nvSpPr>
          <p:cNvPr id="229" name="Rectangle 228">
            <a:extLst>
              <a:ext uri="{FF2B5EF4-FFF2-40B4-BE49-F238E27FC236}">
                <a16:creationId xmlns:a16="http://schemas.microsoft.com/office/drawing/2014/main" id="{DD7A457A-DFE6-4827-8913-FB40B87B3D9B}"/>
              </a:ext>
            </a:extLst>
          </p:cNvPr>
          <p:cNvSpPr>
            <a:spLocks noGrp="1"/>
          </p:cNvSpPr>
          <p:nvPr/>
        </p:nvSpPr>
        <p:spPr>
          <a:xfrm>
            <a:off x="685800" y="43624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Add design rules and code checks for default deny and least privilege</a:t>
            </a:r>
          </a:p>
        </p:txBody>
      </p:sp>
      <p:sp>
        <p:nvSpPr>
          <p:cNvPr id="230" name="Rectangle 229">
            <a:extLst>
              <a:ext uri="{FF2B5EF4-FFF2-40B4-BE49-F238E27FC236}">
                <a16:creationId xmlns:a16="http://schemas.microsoft.com/office/drawing/2014/main" id="{DCEF18B5-F6C5-4FC1-9E3D-F3F7E7FE24B1}"/>
              </a:ext>
            </a:extLst>
          </p:cNvPr>
          <p:cNvSpPr>
            <a:spLocks noGrp="1"/>
          </p:cNvSpPr>
          <p:nvPr/>
        </p:nvSpPr>
        <p:spPr>
          <a:xfrm>
            <a:off x="685800" y="50863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Test boundary values, error handling, and application functions</a:t>
            </a:r>
          </a:p>
        </p:txBody>
      </p:sp>
      <p:pic>
        <p:nvPicPr>
          <p:cNvPr id="4" name="Audio 3">
            <a:extLst>
              <a:ext uri="{FF2B5EF4-FFF2-40B4-BE49-F238E27FC236}">
                <a16:creationId xmlns:a16="http://schemas.microsoft.com/office/drawing/2014/main" id="{22FE6E6D-CB4C-33D1-FE77-3D52214009F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09703163"/>
      </p:ext>
    </p:extLst>
  </p:cSld>
  <p:clrMapOvr>
    <a:masterClrMapping/>
  </p:clrMapOvr>
  <mc:AlternateContent xmlns:mc="http://schemas.openxmlformats.org/markup-compatibility/2006" xmlns:p14="http://schemas.microsoft.com/office/powerpoint/2010/main">
    <mc:Choice Requires="p14">
      <p:transition spd="slow" p14:dur="2000" advTm="68374"/>
    </mc:Choice>
    <mc:Fallback xmlns="">
      <p:transition spd="slow" advTm="683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Google Shape;230;p13">
            <a:extLst>
              <a:ext uri="{FF2B5EF4-FFF2-40B4-BE49-F238E27FC236}">
                <a16:creationId xmlns:a16="http://schemas.microsoft.com/office/drawing/2014/main" id="{0BADC0AC-D76A-48A3-8A4F-77BF27CBBBE8}"/>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a:solidFill>
                  <a:srgbClr val="FFFFFF"/>
                </a:solidFill>
                <a:latin typeface="Century Gothic"/>
                <a:ea typeface="Century Gothic"/>
                <a:cs typeface="Century Gothic"/>
              </a:rPr>
              <a:t>CONCLUSIONS</a:t>
            </a:r>
            <a:endParaRPr/>
          </a:p>
        </p:txBody>
      </p:sp>
      <p:pic>
        <p:nvPicPr>
          <p:cNvPr id="232" name="Google Shape;232;p13">
            <a:extLst>
              <a:ext uri="{FF2B5EF4-FFF2-40B4-BE49-F238E27FC236}">
                <a16:creationId xmlns:a16="http://schemas.microsoft.com/office/drawing/2014/main" id="{9B8B4213-DCC7-4BFA-BCA3-E5794C9AE778}"/>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233" name="Rectangle 232">
            <a:extLst>
              <a:ext uri="{FF2B5EF4-FFF2-40B4-BE49-F238E27FC236}">
                <a16:creationId xmlns:a16="http://schemas.microsoft.com/office/drawing/2014/main" id="{A006A156-C321-4281-BB1E-F6636C104E1E}"/>
              </a:ext>
            </a:extLst>
          </p:cNvPr>
          <p:cNvSpPr>
            <a:spLocks noGrp="1"/>
          </p:cNvSpPr>
          <p:nvPr/>
        </p:nvSpPr>
        <p:spPr>
          <a:xfrm>
            <a:off x="685800" y="21907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Follow all ten secure coding standards</a:t>
            </a:r>
          </a:p>
        </p:txBody>
      </p:sp>
      <p:sp>
        <p:nvSpPr>
          <p:cNvPr id="234" name="Rectangle 233">
            <a:extLst>
              <a:ext uri="{FF2B5EF4-FFF2-40B4-BE49-F238E27FC236}">
                <a16:creationId xmlns:a16="http://schemas.microsoft.com/office/drawing/2014/main" id="{D11D435F-F2B0-4743-8814-6C2DBD0CAC95}"/>
              </a:ext>
            </a:extLst>
          </p:cNvPr>
          <p:cNvSpPr>
            <a:spLocks noGrp="1"/>
          </p:cNvSpPr>
          <p:nvPr/>
        </p:nvSpPr>
        <p:spPr>
          <a:xfrm>
            <a:off x="685800" y="29146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Address Level 5 coding and system risks first</a:t>
            </a:r>
          </a:p>
        </p:txBody>
      </p:sp>
      <p:sp>
        <p:nvSpPr>
          <p:cNvPr id="235" name="Rectangle 234">
            <a:extLst>
              <a:ext uri="{FF2B5EF4-FFF2-40B4-BE49-F238E27FC236}">
                <a16:creationId xmlns:a16="http://schemas.microsoft.com/office/drawing/2014/main" id="{981B29FB-A6F2-4BB2-91DC-11F8BB6F61BC}"/>
              </a:ext>
            </a:extLst>
          </p:cNvPr>
          <p:cNvSpPr>
            <a:spLocks noGrp="1"/>
          </p:cNvSpPr>
          <p:nvPr/>
        </p:nvSpPr>
        <p:spPr>
          <a:xfrm>
            <a:off x="685800" y="36385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Check indices, use SQL parameters, and manage object lifetimes</a:t>
            </a:r>
          </a:p>
        </p:txBody>
      </p:sp>
      <p:sp>
        <p:nvSpPr>
          <p:cNvPr id="236" name="Rectangle 235">
            <a:extLst>
              <a:ext uri="{FF2B5EF4-FFF2-40B4-BE49-F238E27FC236}">
                <a16:creationId xmlns:a16="http://schemas.microsoft.com/office/drawing/2014/main" id="{8071AC34-C11E-485B-BA19-CD476BA84B17}"/>
              </a:ext>
            </a:extLst>
          </p:cNvPr>
          <p:cNvSpPr>
            <a:spLocks noGrp="1"/>
          </p:cNvSpPr>
          <p:nvPr/>
        </p:nvSpPr>
        <p:spPr>
          <a:xfrm>
            <a:off x="685800" y="43624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pPr algn="l">
              <a:defRPr sz="2100">
                <a:solidFill>
                  <a:srgbClr val="FFFFFF"/>
                </a:solidFill>
                <a:latin typeface="Century Gothic"/>
                <a:ea typeface="Century Gothic"/>
                <a:cs typeface="Century Gothic"/>
              </a:defRPr>
            </a:pPr>
            <a:r>
              <a:rPr sz="2100">
                <a:solidFill>
                  <a:srgbClr val="FFFFFF"/>
                </a:solidFill>
                <a:latin typeface="Century Gothic"/>
                <a:ea typeface="Century Gothic"/>
                <a:cs typeface="Century Gothic"/>
              </a:rPr>
              <a:t>Use encryption and Triple-A, then keep testing the protections</a:t>
            </a:r>
          </a:p>
        </p:txBody>
      </p:sp>
      <p:sp>
        <p:nvSpPr>
          <p:cNvPr id="237" name="Rectangle 236">
            <a:extLst>
              <a:ext uri="{FF2B5EF4-FFF2-40B4-BE49-F238E27FC236}">
                <a16:creationId xmlns:a16="http://schemas.microsoft.com/office/drawing/2014/main" id="{DE480903-6E6F-4331-8833-D3154123CF3F}"/>
              </a:ext>
            </a:extLst>
          </p:cNvPr>
          <p:cNvSpPr>
            <a:spLocks noGrp="1"/>
          </p:cNvSpPr>
          <p:nvPr/>
        </p:nvSpPr>
        <p:spPr>
          <a:xfrm>
            <a:off x="685800" y="5086350"/>
            <a:ext cx="10144125" cy="666750"/>
          </a:xfrm>
          <a:prstGeom prst="rect">
            <a:avLst/>
          </a:prstGeom>
          <a:noFill/>
          <a:ln w="0">
            <a:noFill/>
          </a:ln>
        </p:spPr>
        <p:txBody>
          <a:bodyPr anchor="ctr"/>
          <a:lstStyle>
            <a:defPPr algn="l">
              <a:defRPr sz="2100">
                <a:solidFill>
                  <a:srgbClr val="FFFFFF"/>
                </a:solidFill>
                <a:latin typeface="Century Gothic"/>
                <a:ea typeface="Century Gothic"/>
                <a:cs typeface="Century Gothic"/>
              </a:defRPr>
            </a:defPPr>
            <a:lvl1pPr algn="l">
              <a:defRPr sz="2100">
                <a:solidFill>
                  <a:srgbClr val="FFFFFF"/>
                </a:solidFill>
                <a:latin typeface="Century Gothic"/>
                <a:ea typeface="Century Gothic"/>
                <a:cs typeface="Century Gothic"/>
              </a:defRPr>
            </a:lvl1pPr>
            <a:lvl2pPr algn="l">
              <a:defRPr sz="2100">
                <a:solidFill>
                  <a:srgbClr val="FFFFFF"/>
                </a:solidFill>
                <a:latin typeface="Century Gothic"/>
                <a:ea typeface="Century Gothic"/>
                <a:cs typeface="Century Gothic"/>
              </a:defRPr>
            </a:lvl2pPr>
            <a:lvl3pPr algn="l">
              <a:defRPr sz="2100">
                <a:solidFill>
                  <a:srgbClr val="FFFFFF"/>
                </a:solidFill>
                <a:latin typeface="Century Gothic"/>
                <a:ea typeface="Century Gothic"/>
                <a:cs typeface="Century Gothic"/>
              </a:defRPr>
            </a:lvl3pPr>
            <a:lvl4pPr algn="l">
              <a:defRPr sz="2100">
                <a:solidFill>
                  <a:srgbClr val="FFFFFF"/>
                </a:solidFill>
                <a:latin typeface="Century Gothic"/>
                <a:ea typeface="Century Gothic"/>
                <a:cs typeface="Century Gothic"/>
              </a:defRPr>
            </a:lvl4pPr>
            <a:lvl5pPr algn="l">
              <a:defRPr sz="2100">
                <a:solidFill>
                  <a:srgbClr val="FFFFFF"/>
                </a:solidFill>
                <a:latin typeface="Century Gothic"/>
                <a:ea typeface="Century Gothic"/>
                <a:cs typeface="Century Gothic"/>
              </a:defRPr>
            </a:lvl5pPr>
            <a:lvl6pPr algn="l">
              <a:defRPr sz="2100">
                <a:solidFill>
                  <a:srgbClr val="FFFFFF"/>
                </a:solidFill>
                <a:latin typeface="Century Gothic"/>
                <a:ea typeface="Century Gothic"/>
                <a:cs typeface="Century Gothic"/>
              </a:defRPr>
            </a:lvl6pPr>
            <a:lvl7pPr algn="l">
              <a:defRPr sz="2100">
                <a:solidFill>
                  <a:srgbClr val="FFFFFF"/>
                </a:solidFill>
                <a:latin typeface="Century Gothic"/>
                <a:ea typeface="Century Gothic"/>
                <a:cs typeface="Century Gothic"/>
              </a:defRPr>
            </a:lvl7pPr>
            <a:lvl8pPr algn="l">
              <a:defRPr sz="2100">
                <a:solidFill>
                  <a:srgbClr val="FFFFFF"/>
                </a:solidFill>
                <a:latin typeface="Century Gothic"/>
                <a:ea typeface="Century Gothic"/>
                <a:cs typeface="Century Gothic"/>
              </a:defRPr>
            </a:lvl8pPr>
            <a:lvl9pPr algn="l">
              <a:defRPr sz="2100">
                <a:solidFill>
                  <a:srgbClr val="FFFFFF"/>
                </a:solidFill>
                <a:latin typeface="Century Gothic"/>
                <a:ea typeface="Century Gothic"/>
                <a:cs typeface="Century Gothic"/>
              </a:defRPr>
            </a:lvl9pPr>
          </a:lstStyle>
          <a:p>
            <a:endParaRPr/>
          </a:p>
        </p:txBody>
      </p:sp>
      <p:pic>
        <p:nvPicPr>
          <p:cNvPr id="9" name="Audio 8">
            <a:extLst>
              <a:ext uri="{FF2B5EF4-FFF2-40B4-BE49-F238E27FC236}">
                <a16:creationId xmlns:a16="http://schemas.microsoft.com/office/drawing/2014/main" id="{60219297-A265-C595-188D-41BE66C27DF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81261308"/>
      </p:ext>
    </p:extLst>
  </p:cSld>
  <p:clrMapOvr>
    <a:masterClrMapping/>
  </p:clrMapOvr>
  <mc:AlternateContent xmlns:mc="http://schemas.openxmlformats.org/markup-compatibility/2006" xmlns:p14="http://schemas.microsoft.com/office/powerpoint/2010/main">
    <mc:Choice Requires="p14">
      <p:transition spd="slow" p14:dur="2000" advTm="47607"/>
    </mc:Choice>
    <mc:Fallback xmlns="">
      <p:transition spd="slow" advTm="476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Google Shape;237;p14">
            <a:extLst>
              <a:ext uri="{FF2B5EF4-FFF2-40B4-BE49-F238E27FC236}">
                <a16:creationId xmlns:a16="http://schemas.microsoft.com/office/drawing/2014/main" id="{682E1D97-85C0-4AA0-8970-5985E45247CE}"/>
              </a:ext>
            </a:extLst>
          </p:cNvPr>
          <p:cNvSpPr>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ormAutofit/>
          </a:bodyPr>
          <a:lstStyle>
            <a:defPPr algn="r">
              <a:defRPr sz="3600">
                <a:solidFill>
                  <a:srgbClr val="FFFFFF"/>
                </a:solidFill>
                <a:latin typeface="Century Gothic"/>
                <a:ea typeface="Century Gothic"/>
                <a:cs typeface="Century Gothic"/>
              </a:defRPr>
            </a:defPPr>
            <a:lvl1pPr algn="r">
              <a:defRPr sz="3600">
                <a:solidFill>
                  <a:srgbClr val="FFFFFF"/>
                </a:solidFill>
                <a:latin typeface="Century Gothic"/>
                <a:ea typeface="Century Gothic"/>
                <a:cs typeface="Century Gothic"/>
              </a:defRPr>
            </a:lvl1pPr>
            <a:lvl2pPr algn="r">
              <a:defRPr sz="3600">
                <a:solidFill>
                  <a:srgbClr val="FFFFFF"/>
                </a:solidFill>
                <a:latin typeface="Century Gothic"/>
                <a:ea typeface="Century Gothic"/>
                <a:cs typeface="Century Gothic"/>
              </a:defRPr>
            </a:lvl2pPr>
            <a:lvl3pPr algn="r">
              <a:defRPr sz="3600">
                <a:solidFill>
                  <a:srgbClr val="FFFFFF"/>
                </a:solidFill>
                <a:latin typeface="Century Gothic"/>
                <a:ea typeface="Century Gothic"/>
                <a:cs typeface="Century Gothic"/>
              </a:defRPr>
            </a:lvl3pPr>
            <a:lvl4pPr algn="r">
              <a:defRPr sz="3600">
                <a:solidFill>
                  <a:srgbClr val="FFFFFF"/>
                </a:solidFill>
                <a:latin typeface="Century Gothic"/>
                <a:ea typeface="Century Gothic"/>
                <a:cs typeface="Century Gothic"/>
              </a:defRPr>
            </a:lvl4pPr>
            <a:lvl5pPr algn="r">
              <a:defRPr sz="3600">
                <a:solidFill>
                  <a:srgbClr val="FFFFFF"/>
                </a:solidFill>
                <a:latin typeface="Century Gothic"/>
                <a:ea typeface="Century Gothic"/>
                <a:cs typeface="Century Gothic"/>
              </a:defRPr>
            </a:lvl5pPr>
            <a:lvl6pPr algn="r">
              <a:defRPr sz="3600">
                <a:solidFill>
                  <a:srgbClr val="FFFFFF"/>
                </a:solidFill>
                <a:latin typeface="Century Gothic"/>
                <a:ea typeface="Century Gothic"/>
                <a:cs typeface="Century Gothic"/>
              </a:defRPr>
            </a:lvl6pPr>
            <a:lvl7pPr algn="r">
              <a:defRPr sz="3600">
                <a:solidFill>
                  <a:srgbClr val="FFFFFF"/>
                </a:solidFill>
                <a:latin typeface="Century Gothic"/>
                <a:ea typeface="Century Gothic"/>
                <a:cs typeface="Century Gothic"/>
              </a:defRPr>
            </a:lvl7pPr>
            <a:lvl8pPr algn="r">
              <a:defRPr sz="3600">
                <a:solidFill>
                  <a:srgbClr val="FFFFFF"/>
                </a:solidFill>
                <a:latin typeface="Century Gothic"/>
                <a:ea typeface="Century Gothic"/>
                <a:cs typeface="Century Gothic"/>
              </a:defRPr>
            </a:lvl8pPr>
            <a:lvl9pPr algn="r">
              <a:defRPr sz="3600">
                <a:solidFill>
                  <a:srgbClr val="FFFFFF"/>
                </a:solidFill>
                <a:latin typeface="Century Gothic"/>
                <a:ea typeface="Century Gothic"/>
                <a:cs typeface="Century Gothic"/>
              </a:defRPr>
            </a:lvl9pPr>
          </a:lstStyle>
          <a:p>
            <a:pPr marL="0" lvl="0" indent="0" algn="r">
              <a:lnSpc>
                <a:spcPct val="90000"/>
              </a:lnSpc>
              <a:spcBef>
                <a:spcPts val="0"/>
              </a:spcBef>
              <a:spcAft>
                <a:spcPts val="0"/>
              </a:spcAft>
              <a:buClr>
                <a:schemeClr val="lt1"/>
              </a:buClr>
              <a:buSzPts val="4000"/>
              <a:buFont typeface="Century Gothic"/>
              <a:buNone/>
              <a:defRPr sz="3600">
                <a:solidFill>
                  <a:srgbClr val="FFFFFF"/>
                </a:solidFill>
                <a:latin typeface="Century Gothic"/>
                <a:ea typeface="Century Gothic"/>
                <a:cs typeface="Century Gothic"/>
              </a:defRPr>
            </a:pPr>
            <a:r>
              <a:rPr sz="3600" dirty="0">
                <a:solidFill>
                  <a:srgbClr val="FFFFFF"/>
                </a:solidFill>
                <a:latin typeface="Century Gothic"/>
                <a:ea typeface="Century Gothic"/>
                <a:cs typeface="Century Gothic"/>
              </a:rPr>
              <a:t>REFERENCES</a:t>
            </a:r>
            <a:endParaRPr dirty="0"/>
          </a:p>
        </p:txBody>
      </p:sp>
      <p:pic>
        <p:nvPicPr>
          <p:cNvPr id="239" name="Google Shape;239;p14">
            <a:extLst>
              <a:ext uri="{FF2B5EF4-FFF2-40B4-BE49-F238E27FC236}">
                <a16:creationId xmlns:a16="http://schemas.microsoft.com/office/drawing/2014/main" id="{57679624-0D92-43D4-893C-E355732B929C}"/>
              </a:ext>
            </a:extLst>
          </p:cNvPr>
          <p:cNvPicPr>
            <a:picLocks noChangeAspect="1"/>
          </p:cNvPicPr>
          <p:nvPr/>
        </p:nvPicPr>
        <p:blipFill>
          <a:blip r:embed="rId5">
            <a:alphaModFix/>
          </a:blip>
          <a:stretch>
            <a:fillRect/>
          </a:stretch>
        </p:blipFill>
        <p:spPr>
          <a:xfrm>
            <a:off x="11084074" y="5440526"/>
            <a:ext cx="886601" cy="1149225"/>
          </a:xfrm>
          <a:prstGeom prst="rect">
            <a:avLst/>
          </a:prstGeom>
          <a:ln>
            <a:noFill/>
          </a:ln>
        </p:spPr>
      </p:pic>
      <p:sp>
        <p:nvSpPr>
          <p:cNvPr id="240" name="Rectangle 239">
            <a:extLst>
              <a:ext uri="{FF2B5EF4-FFF2-40B4-BE49-F238E27FC236}">
                <a16:creationId xmlns:a16="http://schemas.microsoft.com/office/drawing/2014/main" id="{6096DEB0-C053-4A1B-A9BC-C2C432280082}"/>
              </a:ext>
            </a:extLst>
          </p:cNvPr>
          <p:cNvSpPr>
            <a:spLocks noGrp="1"/>
          </p:cNvSpPr>
          <p:nvPr/>
        </p:nvSpPr>
        <p:spPr>
          <a:xfrm>
            <a:off x="685800" y="2114550"/>
            <a:ext cx="10239375" cy="590550"/>
          </a:xfrm>
          <a:prstGeom prst="rect">
            <a:avLst/>
          </a:prstGeom>
          <a:noFill/>
          <a:ln w="0">
            <a:noFill/>
          </a:ln>
        </p:spPr>
        <p:txBody>
          <a:bodyPr anchor="ctr"/>
          <a:lstStyle>
            <a:defPPr algn="l">
              <a:defRPr sz="1350">
                <a:solidFill>
                  <a:srgbClr val="FFFFFF"/>
                </a:solidFill>
                <a:latin typeface="Century Gothic"/>
                <a:ea typeface="Century Gothic"/>
                <a:cs typeface="Century Gothic"/>
              </a:defRPr>
            </a:defPPr>
            <a:lvl1pPr algn="l">
              <a:defRPr sz="1350">
                <a:solidFill>
                  <a:srgbClr val="FFFFFF"/>
                </a:solidFill>
                <a:latin typeface="Century Gothic"/>
                <a:ea typeface="Century Gothic"/>
                <a:cs typeface="Century Gothic"/>
              </a:defRPr>
            </a:lvl1pPr>
            <a:lvl2pPr algn="l">
              <a:defRPr sz="1350">
                <a:solidFill>
                  <a:srgbClr val="FFFFFF"/>
                </a:solidFill>
                <a:latin typeface="Century Gothic"/>
                <a:ea typeface="Century Gothic"/>
                <a:cs typeface="Century Gothic"/>
              </a:defRPr>
            </a:lvl2pPr>
            <a:lvl3pPr algn="l">
              <a:defRPr sz="1350">
                <a:solidFill>
                  <a:srgbClr val="FFFFFF"/>
                </a:solidFill>
                <a:latin typeface="Century Gothic"/>
                <a:ea typeface="Century Gothic"/>
                <a:cs typeface="Century Gothic"/>
              </a:defRPr>
            </a:lvl3pPr>
            <a:lvl4pPr algn="l">
              <a:defRPr sz="1350">
                <a:solidFill>
                  <a:srgbClr val="FFFFFF"/>
                </a:solidFill>
                <a:latin typeface="Century Gothic"/>
                <a:ea typeface="Century Gothic"/>
                <a:cs typeface="Century Gothic"/>
              </a:defRPr>
            </a:lvl4pPr>
            <a:lvl5pPr algn="l">
              <a:defRPr sz="1350">
                <a:solidFill>
                  <a:srgbClr val="FFFFFF"/>
                </a:solidFill>
                <a:latin typeface="Century Gothic"/>
                <a:ea typeface="Century Gothic"/>
                <a:cs typeface="Century Gothic"/>
              </a:defRPr>
            </a:lvl5pPr>
            <a:lvl6pPr algn="l">
              <a:defRPr sz="1350">
                <a:solidFill>
                  <a:srgbClr val="FFFFFF"/>
                </a:solidFill>
                <a:latin typeface="Century Gothic"/>
                <a:ea typeface="Century Gothic"/>
                <a:cs typeface="Century Gothic"/>
              </a:defRPr>
            </a:lvl6pPr>
            <a:lvl7pPr algn="l">
              <a:defRPr sz="1350">
                <a:solidFill>
                  <a:srgbClr val="FFFFFF"/>
                </a:solidFill>
                <a:latin typeface="Century Gothic"/>
                <a:ea typeface="Century Gothic"/>
                <a:cs typeface="Century Gothic"/>
              </a:defRPr>
            </a:lvl7pPr>
            <a:lvl8pPr algn="l">
              <a:defRPr sz="1350">
                <a:solidFill>
                  <a:srgbClr val="FFFFFF"/>
                </a:solidFill>
                <a:latin typeface="Century Gothic"/>
                <a:ea typeface="Century Gothic"/>
                <a:cs typeface="Century Gothic"/>
              </a:defRPr>
            </a:lvl8pPr>
            <a:lvl9pPr algn="l">
              <a:defRPr sz="1350">
                <a:solidFill>
                  <a:srgbClr val="FFFFFF"/>
                </a:solidFill>
                <a:latin typeface="Century Gothic"/>
                <a:ea typeface="Century Gothic"/>
                <a:cs typeface="Century Gothic"/>
              </a:defRPr>
            </a:lvl9pPr>
          </a:lstStyle>
          <a:p>
            <a:pPr algn="l">
              <a:defRPr sz="1350">
                <a:solidFill>
                  <a:srgbClr val="FFFFFF"/>
                </a:solidFill>
                <a:latin typeface="Century Gothic"/>
                <a:ea typeface="Century Gothic"/>
                <a:cs typeface="Century Gothic"/>
              </a:defRPr>
            </a:pPr>
            <a:r>
              <a:rPr sz="1350">
                <a:solidFill>
                  <a:srgbClr val="FFFFFF"/>
                </a:solidFill>
                <a:latin typeface="Century Gothic"/>
                <a:ea typeface="Century Gothic"/>
                <a:cs typeface="Century Gothic"/>
              </a:rPr>
              <a:t>Amazon Web Services. (n.d.). SQL injection. Amazon Q, Detector Library. https://docs.aws.amazon.com/codeguru/detector-library/cpp/sql-injection/</a:t>
            </a:r>
          </a:p>
        </p:txBody>
      </p:sp>
      <p:sp>
        <p:nvSpPr>
          <p:cNvPr id="241" name="Rectangle 240">
            <a:extLst>
              <a:ext uri="{FF2B5EF4-FFF2-40B4-BE49-F238E27FC236}">
                <a16:creationId xmlns:a16="http://schemas.microsoft.com/office/drawing/2014/main" id="{601E6D80-DF0D-4AA5-9FF5-FB5860D089F7}"/>
              </a:ext>
            </a:extLst>
          </p:cNvPr>
          <p:cNvSpPr>
            <a:spLocks noGrp="1"/>
          </p:cNvSpPr>
          <p:nvPr/>
        </p:nvSpPr>
        <p:spPr>
          <a:xfrm>
            <a:off x="685800" y="2743200"/>
            <a:ext cx="10239375" cy="590550"/>
          </a:xfrm>
          <a:prstGeom prst="rect">
            <a:avLst/>
          </a:prstGeom>
          <a:noFill/>
          <a:ln w="0">
            <a:noFill/>
          </a:ln>
        </p:spPr>
        <p:txBody>
          <a:bodyPr anchor="ctr"/>
          <a:lstStyle>
            <a:defPPr algn="l">
              <a:defRPr sz="1350">
                <a:solidFill>
                  <a:srgbClr val="FFFFFF"/>
                </a:solidFill>
                <a:latin typeface="Century Gothic"/>
                <a:ea typeface="Century Gothic"/>
                <a:cs typeface="Century Gothic"/>
              </a:defRPr>
            </a:defPPr>
            <a:lvl1pPr algn="l">
              <a:defRPr sz="1350">
                <a:solidFill>
                  <a:srgbClr val="FFFFFF"/>
                </a:solidFill>
                <a:latin typeface="Century Gothic"/>
                <a:ea typeface="Century Gothic"/>
                <a:cs typeface="Century Gothic"/>
              </a:defRPr>
            </a:lvl1pPr>
            <a:lvl2pPr algn="l">
              <a:defRPr sz="1350">
                <a:solidFill>
                  <a:srgbClr val="FFFFFF"/>
                </a:solidFill>
                <a:latin typeface="Century Gothic"/>
                <a:ea typeface="Century Gothic"/>
                <a:cs typeface="Century Gothic"/>
              </a:defRPr>
            </a:lvl2pPr>
            <a:lvl3pPr algn="l">
              <a:defRPr sz="1350">
                <a:solidFill>
                  <a:srgbClr val="FFFFFF"/>
                </a:solidFill>
                <a:latin typeface="Century Gothic"/>
                <a:ea typeface="Century Gothic"/>
                <a:cs typeface="Century Gothic"/>
              </a:defRPr>
            </a:lvl3pPr>
            <a:lvl4pPr algn="l">
              <a:defRPr sz="1350">
                <a:solidFill>
                  <a:srgbClr val="FFFFFF"/>
                </a:solidFill>
                <a:latin typeface="Century Gothic"/>
                <a:ea typeface="Century Gothic"/>
                <a:cs typeface="Century Gothic"/>
              </a:defRPr>
            </a:lvl4pPr>
            <a:lvl5pPr algn="l">
              <a:defRPr sz="1350">
                <a:solidFill>
                  <a:srgbClr val="FFFFFF"/>
                </a:solidFill>
                <a:latin typeface="Century Gothic"/>
                <a:ea typeface="Century Gothic"/>
                <a:cs typeface="Century Gothic"/>
              </a:defRPr>
            </a:lvl5pPr>
            <a:lvl6pPr algn="l">
              <a:defRPr sz="1350">
                <a:solidFill>
                  <a:srgbClr val="FFFFFF"/>
                </a:solidFill>
                <a:latin typeface="Century Gothic"/>
                <a:ea typeface="Century Gothic"/>
                <a:cs typeface="Century Gothic"/>
              </a:defRPr>
            </a:lvl6pPr>
            <a:lvl7pPr algn="l">
              <a:defRPr sz="1350">
                <a:solidFill>
                  <a:srgbClr val="FFFFFF"/>
                </a:solidFill>
                <a:latin typeface="Century Gothic"/>
                <a:ea typeface="Century Gothic"/>
                <a:cs typeface="Century Gothic"/>
              </a:defRPr>
            </a:lvl7pPr>
            <a:lvl8pPr algn="l">
              <a:defRPr sz="1350">
                <a:solidFill>
                  <a:srgbClr val="FFFFFF"/>
                </a:solidFill>
                <a:latin typeface="Century Gothic"/>
                <a:ea typeface="Century Gothic"/>
                <a:cs typeface="Century Gothic"/>
              </a:defRPr>
            </a:lvl8pPr>
            <a:lvl9pPr algn="l">
              <a:defRPr sz="1350">
                <a:solidFill>
                  <a:srgbClr val="FFFFFF"/>
                </a:solidFill>
                <a:latin typeface="Century Gothic"/>
                <a:ea typeface="Century Gothic"/>
                <a:cs typeface="Century Gothic"/>
              </a:defRPr>
            </a:lvl9pPr>
          </a:lstStyle>
          <a:p>
            <a:pPr algn="l">
              <a:defRPr sz="1350">
                <a:solidFill>
                  <a:srgbClr val="FFFFFF"/>
                </a:solidFill>
                <a:latin typeface="Century Gothic"/>
                <a:ea typeface="Century Gothic"/>
                <a:cs typeface="Century Gothic"/>
              </a:defRPr>
            </a:pPr>
            <a:r>
              <a:rPr sz="1350">
                <a:solidFill>
                  <a:srgbClr val="FFFFFF"/>
                </a:solidFill>
                <a:latin typeface="Century Gothic"/>
                <a:ea typeface="Century Gothic"/>
                <a:cs typeface="Century Gothic"/>
              </a:rPr>
              <a:t>Google. (n.d.). Assertions reference. GoogleTest. https://google.github.io/googletest/reference/assertions.html</a:t>
            </a:r>
          </a:p>
        </p:txBody>
      </p:sp>
      <p:sp>
        <p:nvSpPr>
          <p:cNvPr id="244" name="Rectangle 243">
            <a:extLst>
              <a:ext uri="{FF2B5EF4-FFF2-40B4-BE49-F238E27FC236}">
                <a16:creationId xmlns:a16="http://schemas.microsoft.com/office/drawing/2014/main" id="{4DFF0B22-2CE4-4A74-8F55-2116F9D1F15C}"/>
              </a:ext>
            </a:extLst>
          </p:cNvPr>
          <p:cNvSpPr>
            <a:spLocks noGrp="1"/>
          </p:cNvSpPr>
          <p:nvPr/>
        </p:nvSpPr>
        <p:spPr>
          <a:xfrm>
            <a:off x="685800" y="3333750"/>
            <a:ext cx="10239375" cy="590550"/>
          </a:xfrm>
          <a:prstGeom prst="rect">
            <a:avLst/>
          </a:prstGeom>
          <a:noFill/>
          <a:ln w="0">
            <a:noFill/>
          </a:ln>
        </p:spPr>
        <p:txBody>
          <a:bodyPr anchor="ctr"/>
          <a:lstStyle>
            <a:defPPr algn="l">
              <a:defRPr sz="1350">
                <a:solidFill>
                  <a:srgbClr val="FFFFFF"/>
                </a:solidFill>
                <a:latin typeface="Century Gothic"/>
                <a:ea typeface="Century Gothic"/>
                <a:cs typeface="Century Gothic"/>
              </a:defRPr>
            </a:defPPr>
            <a:lvl1pPr algn="l">
              <a:defRPr sz="1350">
                <a:solidFill>
                  <a:srgbClr val="FFFFFF"/>
                </a:solidFill>
                <a:latin typeface="Century Gothic"/>
                <a:ea typeface="Century Gothic"/>
                <a:cs typeface="Century Gothic"/>
              </a:defRPr>
            </a:lvl1pPr>
            <a:lvl2pPr algn="l">
              <a:defRPr sz="1350">
                <a:solidFill>
                  <a:srgbClr val="FFFFFF"/>
                </a:solidFill>
                <a:latin typeface="Century Gothic"/>
                <a:ea typeface="Century Gothic"/>
                <a:cs typeface="Century Gothic"/>
              </a:defRPr>
            </a:lvl2pPr>
            <a:lvl3pPr algn="l">
              <a:defRPr sz="1350">
                <a:solidFill>
                  <a:srgbClr val="FFFFFF"/>
                </a:solidFill>
                <a:latin typeface="Century Gothic"/>
                <a:ea typeface="Century Gothic"/>
                <a:cs typeface="Century Gothic"/>
              </a:defRPr>
            </a:lvl3pPr>
            <a:lvl4pPr algn="l">
              <a:defRPr sz="1350">
                <a:solidFill>
                  <a:srgbClr val="FFFFFF"/>
                </a:solidFill>
                <a:latin typeface="Century Gothic"/>
                <a:ea typeface="Century Gothic"/>
                <a:cs typeface="Century Gothic"/>
              </a:defRPr>
            </a:lvl4pPr>
            <a:lvl5pPr algn="l">
              <a:defRPr sz="1350">
                <a:solidFill>
                  <a:srgbClr val="FFFFFF"/>
                </a:solidFill>
                <a:latin typeface="Century Gothic"/>
                <a:ea typeface="Century Gothic"/>
                <a:cs typeface="Century Gothic"/>
              </a:defRPr>
            </a:lvl5pPr>
            <a:lvl6pPr algn="l">
              <a:defRPr sz="1350">
                <a:solidFill>
                  <a:srgbClr val="FFFFFF"/>
                </a:solidFill>
                <a:latin typeface="Century Gothic"/>
                <a:ea typeface="Century Gothic"/>
                <a:cs typeface="Century Gothic"/>
              </a:defRPr>
            </a:lvl6pPr>
            <a:lvl7pPr algn="l">
              <a:defRPr sz="1350">
                <a:solidFill>
                  <a:srgbClr val="FFFFFF"/>
                </a:solidFill>
                <a:latin typeface="Century Gothic"/>
                <a:ea typeface="Century Gothic"/>
                <a:cs typeface="Century Gothic"/>
              </a:defRPr>
            </a:lvl7pPr>
            <a:lvl8pPr algn="l">
              <a:defRPr sz="1350">
                <a:solidFill>
                  <a:srgbClr val="FFFFFF"/>
                </a:solidFill>
                <a:latin typeface="Century Gothic"/>
                <a:ea typeface="Century Gothic"/>
                <a:cs typeface="Century Gothic"/>
              </a:defRPr>
            </a:lvl8pPr>
            <a:lvl9pPr algn="l">
              <a:defRPr sz="1350">
                <a:solidFill>
                  <a:srgbClr val="FFFFFF"/>
                </a:solidFill>
                <a:latin typeface="Century Gothic"/>
                <a:ea typeface="Century Gothic"/>
                <a:cs typeface="Century Gothic"/>
              </a:defRPr>
            </a:lvl9pPr>
          </a:lstStyle>
          <a:p>
            <a:pPr algn="l">
              <a:defRPr sz="1350">
                <a:solidFill>
                  <a:srgbClr val="FFFFFF"/>
                </a:solidFill>
                <a:latin typeface="Century Gothic"/>
                <a:ea typeface="Century Gothic"/>
                <a:cs typeface="Century Gothic"/>
              </a:defRPr>
            </a:pPr>
            <a:r>
              <a:rPr sz="1350">
                <a:solidFill>
                  <a:srgbClr val="FFFFFF"/>
                </a:solidFill>
                <a:latin typeface="Century Gothic"/>
                <a:ea typeface="Century Gothic"/>
                <a:cs typeface="Century Gothic"/>
              </a:rPr>
              <a:t>Software Engineering Institute. (2017). SEI CERT C and C++ coding standards. Carnegie Mellon University. https://www.sei.cmu.edu/library/sei-cert-c-and-c-coding-standards/</a:t>
            </a:r>
          </a:p>
        </p:txBody>
      </p:sp>
      <p:pic>
        <p:nvPicPr>
          <p:cNvPr id="5" name="Audio 4">
            <a:extLst>
              <a:ext uri="{FF2B5EF4-FFF2-40B4-BE49-F238E27FC236}">
                <a16:creationId xmlns:a16="http://schemas.microsoft.com/office/drawing/2014/main" id="{0FF0D070-20BB-235F-242C-F318C042D3B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66072002"/>
      </p:ext>
    </p:extLst>
  </p:cSld>
  <p:clrMapOvr>
    <a:masterClrMapping/>
  </p:clrMapOvr>
  <mc:AlternateContent xmlns:mc="http://schemas.openxmlformats.org/markup-compatibility/2006" xmlns:p14="http://schemas.microsoft.com/office/powerpoint/2010/main">
    <mc:Choice Requires="p14">
      <p:transition spd="slow" p14:dur="2000" advTm="24166"/>
    </mc:Choice>
    <mc:Fallback xmlns="">
      <p:transition spd="slow" advTm="241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3405</Words>
  <Application>Microsoft Macintosh PowerPoint</Application>
  <DocSecurity>0</DocSecurity>
  <PresentationFormat>Widescreen</PresentationFormat>
  <Paragraphs>270</Paragraphs>
  <Slides>17</Slides>
  <Notes>17</Notes>
  <HiddenSlides>0</HiddenSlides>
  <MMClips>17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Century Gothic</vt:lpstr>
      <vt:lpstr>Arial</vt:lpstr>
      <vt:lpstr>Courier New</vt:lpstr>
      <vt:lpstr>Vapor Trail</vt:lpstr>
      <vt:lpstr>Green Pace</vt:lpstr>
      <vt:lpstr>DEFENSE IN DEPTH</vt:lpstr>
      <vt:lpstr>THREATS MATRIX</vt:lpstr>
      <vt:lpstr>10 PRINCIPLES</vt:lpstr>
      <vt:lpstr>CODING STANDARDS</vt:lpstr>
      <vt:lpstr>ENCRYPTION POLICIES</vt:lpstr>
      <vt:lpstr>TRIPLE-A POLICIES</vt:lpstr>
      <vt:lpstr>Does pop_back() preserve earlier elements?</vt:lpstr>
      <vt:lpstr>Does resizing a vector larger increase its size?</vt:lpstr>
      <vt:lpstr>Does at() reject an invalid index?</vt:lpstr>
      <vt:lpstr>Does shrinking make an index invalid?</vt:lpstr>
      <vt:lpstr>AUTOMATED SECURITY CHECKS</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Kelly, Joshua</cp:lastModifiedBy>
  <cp:revision>6</cp:revision>
  <dcterms:created xsi:type="dcterms:W3CDTF">2026-10-18T18:50:34Z</dcterms:created>
  <dcterms:modified xsi:type="dcterms:W3CDTF">2026-10-19T03:45:08Z</dcterms:modified>
</cp:coreProperties>
</file>